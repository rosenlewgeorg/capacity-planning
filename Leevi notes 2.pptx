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>
      <p:cViewPr>
        <p:scale>
          <a:sx n="166" d="100"/>
          <a:sy n="166" d="100"/>
        </p:scale>
        <p:origin x="272" y="-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6:43.3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2038 0 24575,'-4'2'0,"0"0"0,-1-1 0,1 0 0,-1 0 0,0 0 0,1 0 0,-1-1 0,1 1 0,-1-1 0,0-1 0,-6 0 0,-4 1 0,-256 6 0,-543 26 0,539-14 0,-181 16 0,438-31 15,1 0-1,0 1 0,-25 10 1,-1 1-1438,35-13-5403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8:29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20 24575,'0'13'0,"-1"25"0,1-37 0,0 0 0,0 1 0,0-1 0,0 0 0,0 1 0,0-1 0,1 0 0,-1 1 0,0-1 0,1 0 0,-1 1 0,1-1 0,0 0 0,-1 0 0,1 0 0,0 0 0,0 1 0,1 0 0,-1-2 0,0 0 0,0 0 0,-1 0 0,1 0 0,0-1 0,0 1 0,0 0 0,0 0 0,0-1 0,0 1 0,-1-1 0,1 1 0,0-1 0,0 1 0,-1-1 0,1 1 0,0-1 0,-1 0 0,1 1 0,-1-1 0,1 0 0,0-1 0,17-21 0,-15 19 0,-2 2 0,0 0 0,0 0 0,0 0 0,1 0 0,-1 0 0,1 0 0,0 1 0,-1-1 0,1 0 0,0 1 0,0 0 0,0-1 0,0 1 0,0 0 0,0 0 0,0 0 0,0 0 0,4-1 0,-4 3 0,0 0 0,0 0 0,0 0 0,0 0 0,0 0 0,-1 0 0,1 1 0,-1-1 0,1 1 0,-1-1 0,1 1 0,-1-1 0,0 1 0,0 0 0,0 0 0,0-1 0,0 1 0,0 0 0,0 0 0,0 3 0,0-4 0,-1 0 0,1 0 0,-1 0 0,1 0 0,0 0 0,-1-1 0,1 1 0,0 0 0,0 0 0,-1-1 0,1 1 0,0 0 0,0-1 0,0 1 0,0-1 0,0 1 0,0-1 0,0 0 0,0 1 0,0-1 0,0 0 0,0 0 0,0 0 0,0 1 0,0-1 0,0 0 0,0 0 0,0-1 0,0 1 0,0 0 0,0 0 0,0 0 0,0-1 0,0 1 0,0 0 0,0-1 0,0 1 0,0-1 0,-1 1 0,1-1 0,0 0 0,1 0 0,42-37 0,-31 26 0,-11 10 0,1 0 0,-1 0 0,0 1 0,0-1 0,1 1 0,-1-1 0,1 1 0,0 0 0,-1 0 0,1 0 0,0 0 0,-1 0 0,1 1 0,0-1 0,0 1 0,0 0 0,0-1 0,5 2 0,-6 0 0,0 0 0,1 0 0,-1 0 0,0 0 0,0 1 0,0-1 0,0 1 0,0-1 0,0 1 0,0 0 0,0 0 0,-1 0 0,1 0 0,-1 0 0,1 0 0,-1 0 0,0 1 0,0-1 0,0 0 0,2 5 0,-3-6 0,0 0 0,0 0 0,0 0 0,0-1 0,1 1 0,-1 0 0,0 0 0,1 0 0,-1-1 0,0 1 0,1 0 0,-1 0 0,1-1 0,-1 1 0,1 0 0,0-1 0,-1 1 0,1-1 0,0 1 0,-1-1 0,1 1 0,0-1 0,0 1 0,-1-1 0,1 0 0,0 1 0,0-1 0,0 0 0,0 0 0,1 1 0,17-15 0,-18 13 0,-1 0 0,1 0 0,-1 0 0,1 0 0,0 0 0,-1 0 0,1 0 0,0 0 0,0 0 0,0 1 0,0-1 0,0 0 0,0 1 0,0-1 0,0 1 0,0-1 0,0 1 0,0-1 0,0 1 0,0 0 0,0-1 0,0 1 0,1 0 0,-1 0 0,0 0 0,0 0 0,0 0 0,0 0 0,1 0 0,-1 0 0,0 1 0,0-1 0,0 0 0,0 1 0,0-1 0,0 1 0,0-1 0,0 1 0,2 1 0,20 20-1365,-15-15-5461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8:34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6247 1 24575,'-2'0'0,"0"1"0,0 0 0,0 0 0,1 0 0,-1 0 0,0 0 0,1 1 0,-1-1 0,1 0 0,-1 1 0,1-1 0,0 1 0,0 0 0,-1-1 0,1 1 0,0 0 0,0-1 0,-1 5 0,1-3 0,-1 0 0,1 0 0,-1-1 0,0 1 0,0-1 0,0 1 0,0-1 0,0 0 0,-1 1 0,-3 2 0,-7-2 0,1 0 0,-1-1 0,0 0 0,0-1 0,0 0 0,0-1 0,0 0 0,-17-4 0,-21 2 0,-8 2 0,-36 1 0,0-4 0,-106-17 0,150 14 0,1 3 0,-92 5 0,39 0 0,-1346-2 0,1223 13 0,196-13 0,-31-1 0,-105 13 0,118-7 0,-94-3 0,-23 2 0,44 4 0,-134-9 0,95-1 0,-1790 2 0,1575 14 0,327-15-1365,32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8:52.9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9:01.8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24575,'688'0'-1365,"-676"0"-5461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9:07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24575,'298'0'-1365,"-284"0"-5461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9:11.0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6206 1 24575,'-2'2'0,"0"1"0,0 0 0,0 0 0,1 0 0,-1 0 0,1 0 0,-1 0 0,1 0 0,0 1 0,0-1 0,0 7 0,1-8 0,-1 0 0,1 0 0,0 1 0,-1-1 0,1 0 0,-1 0 0,1 0 0,-1 0 0,0 0 0,0 0 0,0 0 0,0 0 0,0-1 0,0 1 0,-1 0 0,1-1 0,-1 1 0,1 0 0,-1-1 0,1 0 0,-1 1 0,0-1 0,0 0 0,0 0 0,1 0 0,-1 0 0,0 0 0,0-1 0,0 1 0,-1 0 0,1-1 0,-4 1 0,-34 2 0,0-1 0,-52-5 0,5 0 0,-33 1 0,-122 5 0,191 1 0,-121 5 0,28-12 0,-179 6 0,275 0 0,-136 7 0,-1545-10 0,1443-14 0,36 3 0,65 10 0,-9 0 0,65-11 0,-73-3 0,127 16 0,-94-12 0,151 9 0,1 1 0,-1 1 0,0 0 0,0 1 0,0 1 0,1 1 0,-1 1 0,1 0 0,0 1 0,-32 14 0,-726 319 0,415-184-1365,341-145-5461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9:43.2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 24575,'163'2'0,"171"-4"0,-211-11-1365,-109 13-5461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9:49.3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13114 40 24575,'-2'1'0,"1"1"0,-1-1 0,1 0 0,-1 0 0,0 0 0,1 0 0,-1 0 0,0 0 0,0 0 0,0 0 0,0-1 0,0 1 0,0-1 0,0 1 0,0-1 0,0 0 0,0 0 0,0 0 0,-3 0 0,-2 1 0,-86 9 0,1-5 0,-107-6 0,-32 1 0,182 2 0,-606 6 0,501-16 0,-422-10 0,-156 18 0,477-14 0,3 1 0,67-1 0,134 12 0,-204-8 0,-166 22 0,-87-11 0,9 0 0,223 13 0,191-12 0,-390 8 0,140-12 0,-343 4 0,232 34 0,154-8 0,-1153 77 0,284-76 0,1107-29 0,-53 6 0,-1 4 0,-122 29 0,-19 1 0,165-25 0,-133 41 0,164-41 0,-40 14 0,-144 64 0,35 17 0,11-6 0,126-75 0,45-22 0,-1 1 0,2 0 0,0 2 0,0 1 0,0 0 0,2 1 0,-33 28 0,30-12 0,1 0 0,1 1 0,1 1 0,2 0 0,-15 43 0,-8 14 0,6-19 0,-96 212 0,99-206 0,-37 146 0,-87 526 0,140-660 0,5 0 0,3 0 0,4 1 0,11 94 0,-2-108 0,3-1 0,3 0 0,3-1 0,40 104 0,-14-47 0,41 214 0,-5-18 0,-60-256 0,9 33 0,5-1 0,84 180 0,-104-257 0,1-1 0,1 0 0,0-2 0,2 0 0,0 0 0,2-2 0,30 26 0,-18-22 0,0-1 0,2-1 0,0-2 0,55 21 0,45 10 0,2-6 0,261 46 0,287-3 0,-525-70 0,19 0 0,259-11 0,-365-12 0,0-4 0,133-39 0,-152 36 0,-35 9 0,-1-1 0,0 0 0,0-2 0,-1 0 0,23-15 0,-25 16 0,0 1 0,0 1 0,0 0 0,17-4 0,12-4 0,-19 7 0,0 0 0,44-5 0,7-2 0,-40 7 0,54-3 0,-52 7 0,196-37 0,-59 7 0,-90 15 0,18-2 0,-75 16 0,33-1 0,83-19 0,-122 17 0,-1-1 0,1-1 0,22-13 0,-26 12 0,0 1 0,1 1 0,0 0 0,34-8 0,-14 8-1365,-20 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37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1 213 24575,'2'-6'0,"0"1"0,0 0 0,0 0 0,1 0 0,0 0 0,0 0 0,1 0 0,4-5 0,0-1 0,-8 11 0,5-8 0,0 0 0,0 1 0,1 0 0,0-1 0,0 2 0,0-1 0,1 1 0,0 0 0,1 0 0,-1 1 0,1 0 0,10-5 0,-6 5 0,0 1 0,1 0 0,0 0 0,0 1 0,0 1 0,22-1 0,84 4 0,-44 2 0,2264-3 0,-2051 14 0,275-12 0,393-5 0,-312-24 0,528 14 0,-607 0 0,1258 13-1365,-1798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3.4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3:39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 24575,'1'-1'0,"-1"-1"0,1 1 0,-1 0 0,1 0 0,-1 0 0,1 0 0,0 0 0,0 0 0,-1 0 0,1 1 0,0-1 0,0 0 0,0 0 0,0 0 0,0 1 0,0-1 0,0 1 0,0-1 0,0 1 0,0-1 0,0 1 0,1-1 0,-1 1 0,0 0 0,0 0 0,3 0 0,39-6 0,-37 5 0,41-3 0,-13-1 0,0 3 0,1 0 0,39 5 0,-68-2 0,-1 0 0,0 1 0,0 0 0,0 0 0,0 0 0,0 1 0,-1-1 0,1 1 0,-1 0 0,1 1 0,-1-1 0,0 1 0,0 0 0,-1 0 0,1 0 0,4 8 0,5 8 0,0 1 0,13 32 0,-16-31 0,248 587 0,-230-538 0,127 278 0,-121-284 0,3-2 0,3-2 0,60 71 0,-100-131-16,4 4-68,0 1-1,0-1 1,1 0 0,-1 0-1,1 0 1,0-1 0,1 0-1,-1 0 1,1 0 0,0 0 0,-1-1-1,2 0 1,-1-1 0,0 1-1,12 2 1,-5-4-6742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2:12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6361 5755 24575,'-363'102'0,"119"-31"0,182-57 0,-112 11 0,60-12 0,99-10 0,0 1 0,0 0 0,-22 10 0,24-8 0,-1-1 0,0 0 0,0-1 0,-16 2 0,-757 52 0,-1-48 0,761-13 0,0-1 0,0-1 0,0-1 0,0-1 0,-47-21 0,-13-2 0,-561-122 0,-11 49 0,320 36 0,197 35 0,89 17 0,-102-41 0,33 9 0,79 33 0,-295-111 0,296 104 0,0-2 0,2-2 0,1-2 0,-67-60 0,69 50 0,2-2 0,-53-78 0,75 99 0,-14-24 0,3-1 0,-30-69 0,6 10 0,23 46 0,3-1 0,2-1 0,-18-90 0,12 41 0,-9-83 0,6 23 0,19 111 0,-6-104 0,0-6 0,-3-68 0,8 58 0,6 101 0,10-139 0,1 39 0,7-97 0,0-254 0,-12 484 0,2-1 0,11-61 0,30-234 0,-37 218 0,-7 76 0,3 0 0,1 1 0,13-51 0,33-141 0,13-47 0,-51 238 0,43-125 0,-48 152 0,0 1 0,2 0 0,-1 0 0,2 1 0,0 0 0,1 1 0,22-22 0,-7 14 0,0 2 0,1 1 0,55-28 0,-42 31-1365,-28 13-5461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2:22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1 24575,'-1'0'0,"-15"-1"0,-1 1 0,0 1 0,1 1 0,-1 0 0,-24 7 0,37-8 0,-1 1 0,1 0 0,0 0 0,0 0 0,0 1 0,0-1 0,1 1 0,-1 0 0,1 0 0,-1 0 0,1 1 0,0-1 0,0 1 0,1-1 0,-1 1 0,1 0 0,0 0 0,0 0 0,0 1 0,0-1 0,1 0 0,0 1 0,0-1 0,0 1 0,0 4 0,-3 25 0,3 0 0,0 0 0,6 37 0,-4-65-114,0-1 1,1 0-1,0 0 0,0 0 0,0 0 1,1 0-1,0-1 0,0 1 0,0-1 1,0 1-1,7 6 0,-3-4-6712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2:35.4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24575,'2'1'0,"1"-1"0,-1 1 0,0 0 0,0 0 0,0 0 0,0 0 0,0 0 0,-1 0 0,1 0 0,0 1 0,0-1 0,-1 1 0,1-1 0,-1 1 0,1 0 0,-1-1 0,0 1 0,0 0 0,0 0 0,0 0 0,0 0 0,0 0 0,1 3 0,1 3 0,0 0 0,-1 1 0,0-1 0,2 14 0,-1 4 0,-1 1 0,-2-1 0,-1 0 0,-5 40 0,-7-39-1365,8-21-5461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2:44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8933 1 24575,'5'0'0,"1"0"0,0 0 0,-1 1 0,1 0 0,-1 0 0,1 0 0,-1 1 0,1-1 0,-1 2 0,0-1 0,0 0 0,0 1 0,0 0 0,-1 0 0,1 0 0,-1 1 0,7 6 0,-8-6 0,0 0 0,-1 0 0,0-1 0,1 1 0,-1 1 0,-1-1 0,1 0 0,-1 0 0,0 1 0,0-1 0,0 0 0,0 1 0,-1-1 0,1 1 0,-1 0 0,-1-1 0,1 1 0,-1-1 0,1 1 0,-1-1 0,0 0 0,-3 7 0,2-6 0,0-1 0,0 0 0,-1 0 0,1 0 0,-1 0 0,0-1 0,0 1 0,0-1 0,0 0 0,-1 0 0,1 0 0,-1 0 0,0 0 0,0-1 0,0 0 0,0 0 0,0 0 0,-1 0 0,1 0 0,0-1 0,-1 0 0,0 0 0,-6 0 0,-14 2 0,1-1 0,-1-1 0,-31-4 0,16 1 0,-886 1 0,496 2 0,77-28 0,26 0 0,73 14 0,-35-1 0,-2217 15 0,2122 13 0,101-1 0,-15 0 0,0 0 0,8 1 0,50-1 0,18 0 0,-239 1 0,-149-39 0,480 21 0,-51-6 0,157 7 0,0-1 0,1-1 0,0-2 0,0 0 0,-36-18 0,41 16-273,1 0 0,1-2 0,0 0 0,-23-21 0,16 13-6553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2:51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5942 6953 24575,'-388'3'0,"-566"-13"0,708-14 0,-253-56 0,88 9 0,204 43 0,-235-37 0,7-38 0,-48-48 0,410 124 0,0-3 0,2-3 0,2-3 0,1-3 0,2-3 0,-70-58 0,-337-334 0,335 281 0,62 66 0,46 52 0,3-1 0,1-2 0,-24-45 0,-55-127 0,78 153 0,-11-31 0,3-2 0,-38-159 0,-14-196 0,70 347 0,-21-246 0,18 129 0,-16-263 0,28 302 0,-7-253 0,13 245 0,13-294 0,4 370 0,31-113 0,-2 18 0,60-283 0,-94 440 0,3 1 0,1 1 0,2 0 0,2 1 0,2 1 0,2 0 0,1 2 0,2 1 0,33-39 0,-12 28-455,2 3 0,103-79 0,-143 120-6371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3:34.8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1068 24575,'2'-4'0,"0"0"0,0 0 0,1 0 0,0 0 0,0 1 0,0-1 0,0 1 0,0-1 0,5-3 0,0 0 0,77-83 0,128-129 0,-134 144 0,4 3 0,106-70 0,-98 72 0,-63 48 0,0 0 0,0 2 0,43-22 0,220-75 0,-83 36 0,-181 72 54,43-11 0,-13 5-1527,-46 12-5353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4:42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1 24575,'-3'-1'0,"0"1"0,-1 0 0,1 0 0,0 1 0,0-1 0,0 1 0,0-1 0,0 1 0,0 0 0,0 0 0,0 0 0,0 1 0,1-1 0,-1 1 0,0-1 0,1 1 0,-1 0 0,1 0 0,-1 0 0,1 0 0,-3 4 0,1 1 0,1 1 0,-1 0 0,1-1 0,0 1 0,1 1 0,-3 14 0,3-16 0,0 1 0,1-1 0,0 0 0,0 1 0,1-1 0,0 1 0,0-1 0,0 1 0,1-1 0,0 0 0,1 1 0,-1-1 0,2 0 0,-1 0 0,1 0 0,0 0 0,0-1 0,1 1 0,-1-1 0,8 9 0,8 9-1365,-13-18-5461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4:50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24575,'5'1'0,"1"0"0,-1 0 0,1 1 0,-1-1 0,0 2 0,1-1 0,-1 0 0,0 1 0,-1 0 0,1 0 0,0 0 0,-1 1 0,0 0 0,0 0 0,0 0 0,0 0 0,-1 0 0,1 1 0,2 5 0,1 1 0,0-1 0,-1 1 0,0 1 0,-1-1 0,0 1 0,-1 0 0,5 20 0,-9-25-48,1-1-1,-1 1 0,0 0 0,0-1 0,-1 1 1,1 0-1,-2-1 0,1 1 0,-1-1 1,0 1-1,0-1 0,-1 0 0,0 0 1,0 0-1,0 0 0,-1-1 0,1 1 1,-2-1-1,1 0 0,0 0 0,-1 0 1,0 0-1,0-1 0,0 0 0,-1 0 0,0-1 1,-8 5-1,6-4-6777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6:36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1 24575,'-6'0'0,"0"0"0,0 0 0,0 0 0,0 1 0,0 0 0,0 0 0,0 1 0,0-1 0,-7 4 0,10-3 0,1 0 0,0 0 0,-1 0 0,1 0 0,0 0 0,0 0 0,1 1 0,-1-1 0,0 1 0,1-1 0,0 1 0,-1 0 0,1-1 0,0 1 0,0 0 0,1 0 0,-1 0 0,0 0 0,1-1 0,0 1 0,0 5 0,-6 34 0,-1 34 0,6-70 0,1 0 0,1 0 0,-1 0 0,1 0 0,0 0 0,0 0 0,1 0 0,0 0 0,4 8 0,-5-12-36,0-1-1,1 1 1,-1-1-1,1 1 1,-1-1-1,1 0 0,-1 0 1,1 0-1,0 0 1,0 0-1,0 0 1,0 0-1,0 0 1,0-1-1,0 1 1,0-1-1,0 0 0,0 1 1,0-1-1,0 0 1,0 0-1,0 0 1,0 0-1,3-1 1,-1 0-416,4 1-6374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6:38.4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24575,'11'6'0,"-1"0"0,-1 0 0,1 1 0,-1 0 0,0 1 0,0 0 0,8 11 0,-14-12 0,0 0 0,0-1 0,-1 1 0,0 0 0,-1 0 0,0 1 0,0-1 0,0 0 0,-1 13 0,0-15 0,0 1 0,0-1 0,-1 1 0,0-1 0,0 0 0,0 1 0,-1-1 0,1 0 0,-1 0 0,0 0 0,-1 0 0,1 0 0,-5 5 0,5-8 6,0-1 0,-1 1-1,1-1 1,-1 0 0,1 0-1,-1 0 1,1 0-1,-1 0 1,0 0 0,1-1-1,-1 1 1,0-1 0,1 0-1,-1 0 1,0 0 0,0 0-1,1 0 1,-5-2 0,-25 3-1479,26 1-5353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7:57.1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0 24575,'-3'0'0,"1"0"0,0 1 0,-1-1 0,1 1 0,0-1 0,-1 1 0,1 0 0,0-1 0,0 1 0,0 0 0,0 1 0,0-1 0,0 0 0,0 1 0,0-1 0,0 1 0,0-1 0,1 1 0,-1 0 0,1 0 0,-1 0 0,1 0 0,0 0 0,0 0 0,0 0 0,0 0 0,0 0 0,0 1 0,1-1 0,-1 0 0,1 0 0,-1 1 0,1 2 0,-2 12 0,1 0 0,0 0 0,4 31 0,-1-13 0,-2-29-170,0 1-1,0 0 0,1 0 1,0 0-1,0-1 0,0 1 1,5 11-1,0-6-6655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7:58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24575,'4'0'0,"0"0"0,0 0 0,0 1 0,0-1 0,0 1 0,-1 0 0,1 0 0,0 1 0,0-1 0,-1 1 0,1-1 0,-1 1 0,0 0 0,1 1 0,-1-1 0,0 0 0,0 1 0,-1 0 0,1 0 0,0 0 0,-1 0 0,0 0 0,0 0 0,0 1 0,0-1 0,0 1 0,0-1 0,0 6 0,1 0 0,-1-1 0,0 1 0,-1 0 0,0 0 0,0 0 0,-1 0 0,0 0 0,-1 0 0,0 0 0,0 0 0,-4 14 0,0-10-1365,-1-2-5461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8:00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4010 472 24575,'0'1'0,"-1"0"0,1 0 0,0 0 0,-1 0 0,1 0 0,-1 0 0,1-1 0,-1 1 0,1 0 0,-1 0 0,1 0 0,-1-1 0,0 1 0,0 0 0,1-1 0,-1 1 0,0-1 0,0 1 0,0-1 0,1 1 0,-1-1 0,0 1 0,-2-1 0,-26 9 0,23-7 0,-123 28 0,-1-5 0,-210 11 0,-270-23 0,480-12 0,-271 1 0,-743-5 0,650-32 0,441 30 0,1-4 0,0-1 0,0-3 0,-80-30 0,125 39 0,0 0 0,1 0 0,-1 0 0,1 0 0,0-1 0,1 0 0,-1-1 0,1 1 0,0-1 0,0 0 0,1 0 0,0 0 0,0-1 0,-6-13 0,0-7 0,0-1 0,-9-47 0,-9-23 0,16 66-111,7 16-68,-1 0 0,0 0 0,-2 0 0,0 1-1,0 0 1,-15-18 0,14 24-6647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8:13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 24575,'-3'0'0,"0"0"0,-1 0 0,1 0 0,0 1 0,0-1 0,-1 1 0,1 0 0,0 0 0,0 0 0,0 0 0,0 1 0,0-1 0,0 1 0,0 0 0,1 0 0,-1 0 0,1 0 0,-1 0 0,1 1 0,0-1 0,-1 1 0,1-1 0,1 1 0,-1 0 0,0 0 0,1 0 0,-1 0 0,1 0 0,0 0 0,0 0 0,0 0 0,0 7 0,-2 8 0,2 0 0,0 0 0,1 0 0,4 32 0,-3-42 0,13 43 23,-7-31-1411,-4-11-5438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8:14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24575,'5'0'0,"0"1"0,-1 1 0,1-1 0,-1 0 0,0 1 0,1 0 0,-1 0 0,0 0 0,0 1 0,0 0 0,0-1 0,0 1 0,5 6 0,-2-2 0,-1-1 0,0 1 0,0 0 0,-1 0 0,0 0 0,5 11 0,-5-6-85,0 1 0,-1-1-1,-1 0 1,0 1 0,-1 0-1,0-1 1,-1 1 0,0 0-1,-1 0 1,0 0 0,-2 0-1,1 0 1,-1-1 0,-1 1-1,-5 13 1,4-16-6741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8:17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3401 832 24575,'-15'1'0,"1"1"0,-1 0 0,-25 8 0,-14 3 0,-515 57 0,374-49 0,-265 26 0,-498-13 0,937-37 0,0-1 0,0 0 0,0-2 0,0 0 0,1-2 0,-35-17 0,16 8 0,28 13 0,0-1 0,1 0 0,-1 0 0,1-1 0,0-1 0,0 0 0,1 0 0,0-1 0,1 0 0,-1 0 0,1-1 0,1 0 0,0-1 0,0 1 0,1-1 0,-8-16 0,-9-22 0,-3 0 0,-2 2 0,-2 1 0,-43-50 0,20 29 0,40 47 0,-1 1 0,-1 0 0,-1 1 0,0 1 0,-1 1 0,-22-16 0,-37-17 0,-86-62 0,132 89 0,26 19 0,-1 0 0,1-1 0,0 0 0,0 1 0,1-2 0,-1 1 0,0 0 0,1-1 0,0 1 0,0-1 0,0 0 0,0 0 0,1 0 0,0-1 0,-1 1 0,1 0 0,1-1 0,-1 1 0,0-6 0,-10-56-1365,11 55-5461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2.3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24575,'1486'0'-1365,"-1470"0"-5461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3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2 24575,'0'20'0,"-1"-15"0,1 0 0,0 0 0,0 1 0,1-1 0,-1 0 0,1 0 0,2 9 0,-2-13 0,0 1 0,0 0 0,1-1 0,-1 1 0,0-1 0,1 1 0,-1-1 0,0 0 0,1 1 0,0-1 0,-1 0 0,1 0 0,0 0 0,-1 0 0,1 0 0,0-1 0,0 1 0,0 0 0,0-1 0,0 0 0,0 1 0,0-1 0,0 0 0,3 0 0,110 5 0,153-13 0,-82 0 0,451 2 0,236-7 0,-490-3 0,1306-33 0,-1407 48 0,342 4 0,-278 22 0,-336-23 0,-5-2 4,1 1 1,-1 1-1,0-1 0,0 1 0,0 0 0,0 0 0,0 0 0,0 1 0,-1 0 1,1 0-1,-1 0 0,0 0 0,1 1 0,-2-1 0,1 1 0,0 0 1,-1 1-1,6 7 0,2 7-153,-1 0 0,-1 1 0,10 28 0,-7-18-699,-6-14-5978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1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1 927 24575,'525'-13'0,"-391"10"0,79-4 0,29 3 0,-240 4 0,0 0 0,0-1 0,0 1 0,1-1 0,-1 1 0,0-1 0,0 0 0,0 0 0,0 0 0,0 0 0,0 0 0,0-1 0,0 1 0,-1-1 0,1 1 0,0-1 0,-1 1 0,0-1 0,1 0 0,-1 0 0,0 0 0,0 0 0,1 0 0,-2 0 0,2-3 0,3-8 0,-2 1 0,0-1 0,2-21 0,-3 23 0,-1 1 0,1 0 0,7-21 0,-2 16 0,0-1 0,-1-1 0,0 1 0,-2-1 0,0 0 0,-1 0 0,0 0 0,-2-1 0,0-25 0,-1-29 0,1 27 0,-2 1 0,-2 0 0,-13-67 0,5 36 0,9 59 0,0 0 0,0-1 0,-2 1 0,0 0 0,-7-17 0,10 32 0,0-1 0,0 0 0,-1 1 0,1-1 0,0 1 0,-1 0 0,1-1 0,-1 1 0,1 0 0,-1 0 0,0 0 0,0 0 0,1 0 0,-1 0 0,0 0 0,0 1 0,0-1 0,0 1 0,0-1 0,-3 1 0,-51-2 0,15 0 0,12-1-27,-1 0 0,-48 3 1,32 1-1259,35-1-5541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3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24575,'4'1'0,"0"0"0,0 0 0,-1 1 0,1 0 0,0 0 0,-1 0 0,1 0 0,-1 0 0,4 4 0,6 3 0,164 112 0,27 15 0,173 68-1365,-349-188-5461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2:06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0 24575,'-5'1'0,"-1"-1"0,1 1 0,0 0 0,0 0 0,0 1 0,1 0 0,-1 0 0,0 0 0,0 0 0,1 1 0,0-1 0,-1 1 0,1 0 0,0 1 0,0-1 0,1 1 0,-1 0 0,1 0 0,0 0 0,0 0 0,0 0 0,0 1 0,1-1 0,-4 9 0,1 0 0,0 0 0,0 0 0,2 0 0,-1 1 0,2-1 0,0 1 0,-1 28 0,3-41-19,0 15-173,0 0 0,1 1-1,1-1 1,1 0 0,0-1-1,7 21 1,-6-25-6634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2:08.0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24575,'10'9'0,"0"0"0,-1 1 0,-1 0 0,1 0 0,-2 1 0,1 0 0,-1 1 0,-1-1 0,0 1 0,-1 1 0,0-1 0,-1 1 0,-1-1 0,0 1 0,0 0 0,-1 1 0,0 16 0,-3 50-1365,1-69-5461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4:04.9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0 24575,'-5'1'0,"0"0"0,1 0 0,-1 0 0,1 1 0,-1-1 0,1 1 0,0 0 0,0 1 0,0-1 0,0 1 0,0 0 0,0 0 0,-6 6 0,3-2 0,0 0 0,0 1 0,1 0 0,0 0 0,-7 13 0,8-11-115,2 1-1,-1-1 0,1 1 1,1 0-1,0-1 0,0 1 1,1 0-1,1 0 0,-1 0 1,3 13-1,-2-23 23,0 11-6733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4:06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24575,'10'-1'0,"0"2"0,0-1 0,0 1 0,-1 1 0,1 0 0,0 0 0,11 4 0,-18-4 0,0-1 0,-1 1 0,1-1 0,0 1 0,-1 0 0,1 0 0,-1 0 0,0 0 0,1 0 0,-1 1 0,0-1 0,0 1 0,-1-1 0,1 1 0,0 0 0,-1 0 0,0-1 0,0 1 0,0 0 0,0 0 0,0 1 0,0-1 0,-1 0 0,1 0 0,-1 0 0,0 4 0,0 2 12,0 0 0,0 0 0,-1 1 0,0-1 0,0 0 0,-1 0 0,0 0 0,-1 0 0,-5 12 0,5-17-95,0 1 1,0-1-1,0 0 1,0 1-1,-1-2 1,0 1-1,0 0 1,0-1-1,0 1 1,0-1-1,-1-1 1,1 1-1,-1 0 1,0-1-1,0 0 1,0 0-1,-9 2 1,5-2-6744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4:08.4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 24575,'787'-6'0,"929"17"0,495 38 0,-1364 2 0,-164-34 0,-439-20 0,-166 2 0,79 3 0,-149-1 0,-1 0 0,1 1 0,-1 0 0,1 1 0,-1 0 0,8 4 0,25 9 0,-28-12 0,-2 0 0,1 1 0,0 0 0,-1 1 0,0 0 0,0 1 0,-1 0 0,1 0 0,-2 1 0,11 10 0,-4-1 0,-1 0 0,-1 0 0,0 1 0,16 33 0,36 73 0,49 103 0,-91-175 0,-3 0 0,21 85 0,-20-52 0,4-1 0,4-1 0,3-2 0,58 105 0,-53-112 0,-20-37 0,39 59 0,-45-84-58,-1-1 1,2-1-1,-1 0 0,2 0 0,-1-1 0,1-1 1,23 11-1,-16-7-845,-4-3-5923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4:57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14990 8376 24575,'2'0'0,"-1"1"0,1-1 0,-1 1 0,1 0 0,-1 0 0,0 0 0,1 0 0,-1 0 0,0 0 0,0 0 0,1 0 0,-1 0 0,0 1 0,0-1 0,0 0 0,-1 1 0,1-1 0,0 1 0,0-1 0,-1 1 0,1-1 0,-1 1 0,1-1 0,-1 1 0,0-1 0,0 1 0,0 0 0,0 2 0,1 1 0,0 1 0,-1-1 0,0 0 0,0 1 0,0-1 0,0 0 0,-3 9 0,2-12 0,0-1 0,0 1 0,-1 0 0,1-1 0,-1 0 0,1 1 0,-1-1 0,1 0 0,-1 0 0,1 0 0,-1 0 0,0 0 0,0 0 0,0 0 0,0-1 0,1 1 0,-1-1 0,0 1 0,0-1 0,0 0 0,0 0 0,-4 0 0,-54-2 0,41 1 0,-134 1 0,-50-2 0,-16-22 0,21-9 0,-1 8 0,-251 1 0,438 25 0,-567 20 0,503-13 0,-737 42 0,565-37 0,45 0 0,138-12 0,-408 14 0,35-7 0,115-5 0,123 10 0,-55 1 0,-317-27 0,257 8 0,-15-1 0,57 1 0,-13-1 0,-44-12 0,246 16 0,-133-8 0,180 6 0,-1 2 0,1 2 0,-55 7 0,80-5 0,0 2 0,0 0 0,0 0 0,1 1 0,0 0 0,0 1 0,0 0 0,1 1 0,0 0 0,0 1 0,-10 9 0,-14 17 0,-45 59 0,48-56 0,-230 278 0,-275 323 0,309-404 0,179-192 0,-1-3 0,-2-1 0,-69 37 0,-80 39 0,28-15 0,-268 114 0,333-176 0,-1-5 0,-1-5 0,-1-5 0,-160 13 0,-454-13 0,621-22 0,28 0 0,-887-4 0,6-45 0,826 36 0,1-5 0,-134-37 0,257 53 0,0 1 0,0-1 0,0 0 0,0-1 0,0 1 0,1-1 0,-7-4 0,9 4 0,1 1 0,0-1 0,-1 0 0,1 0 0,0 0 0,1 0 0,-1 0 0,0 0 0,1-1 0,0 1 0,0 0 0,0-1 0,0 1 0,0-1 0,1-4 0,-7-45 0,2-78 0,3 60 0,-1 34 0,3 37 0,0-1 0,0 1 0,0 0 0,0-1 0,0 1 0,0 0 0,0-1 0,0 1 0,-1 0 0,1-1 0,0 1 0,0 0 0,0 0 0,0-1 0,0 1 0,-1 0 0,1-1 0,0 1 0,0 0 0,0 0 0,-1 0 0,1-1 0,0 1 0,0 0 0,-1 0 0,1 0 0,0-1 0,-1 1 0,1 0 0,0 0 0,0 0 0,-1 0 0,1 0 0,0 0 0,-1 0 0,1 0 0,-1 0 0,-9 10 0,-3 18 0,7-6 0,5-16 0,-1 0 0,1 0 0,-1 0 0,0 0 0,-1 0 0,1 0 0,-1 0 0,0-1 0,-1 0 0,1 1 0,-8 6 0,10-11 0,-1-1 0,1 1 0,0-1 0,-1 0 0,1 0 0,0 1 0,-1-1 0,1 0 0,-1 0 0,1 0 0,0-1 0,-1 1 0,1 0 0,0-1 0,-1 1 0,1 0 0,0-1 0,-1 0 0,1 1 0,0-1 0,0 0 0,0 1 0,-1-1 0,1 0 0,0 0 0,-1-2 0,-34-32 0,29 26 0,-56-48 0,46 43 0,1 0 0,1-1 0,0-1 0,-17-23 0,13 11 0,-30-58 0,44 74 0,1 0 0,-1 0 0,2-1 0,0 1 0,0-1 0,1 0 0,1 0 0,-1-15 0,-18-441 0,12 384 0,-3 0 0,-28-100 0,-36-142 0,44 177 0,13 58 0,-7-136 0,15-94 0,9 207 0,3-394 0,11 331 0,1-53 0,-4-75 0,-9 277 0,12-368 0,-8 275 0,-2 33 0,18-112 0,24-254 0,-33 271 0,2-172 0,-9 189 0,19-439 0,8-282 0,21 169 0,52 7 0,23 143 0,-84 426 0,118-257 0,-124 334 0,2 2 0,3 2 0,99-111 0,-39 52 0,-64 76-1365,-31 34-5461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5:09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24575,'113'-2'0,"119"4"0,-113 12 0,-40-2-1365,-68-11-5461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7:38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24575,'1050'0'0,"-728"14"0,301-2 0,-500-12-1365,-112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7:44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 24575,'1659'0'0,"-1181"-14"0,-306 16 0,204-4 0,-284-1 0,270-7 0,68-3 0,1134 13 0,-1274 14 0,18-1 0,-124-15 0,415 4 0,-447 11 0,19 0 0,76 1 0,157-2 0,-141 2 0,260-32 0,-78-10 0,-130 10 0,-269 15 0,234-10 0,72 13-1365,-341 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02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24575,'-2'0'0,"0"1"0,0-1 0,0 0 0,0 1 0,0 0 0,0-1 0,0 1 0,0 0 0,1 0 0,-1 0 0,0 0 0,1 0 0,-1 1 0,0-1 0,1 0 0,0 1 0,-1-1 0,1 1 0,0-1 0,0 1 0,-1 0 0,1-1 0,1 1 0,-1 0 0,0 0 0,0 0 0,1 0 0,-1 0 0,1 0 0,-1 0 0,1 0 0,0 0 0,0 3 0,-1 13 0,0 0 0,1-1 0,3 20 0,-1-3 0,-3-29-76,1 0 1,0 0-1,0 0 0,0-1 0,1 1 0,0 0 0,0 0 0,0 0 1,0-1-1,1 1 0,0 0 0,0-1 0,0 1 0,0-1 1,1 0-1,0 0 0,5 7 0,-2-5-6750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03.4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24575,'6'6'0,"-1"0"0,0 0 0,0 1 0,-1 0 0,1-1 0,-1 2 0,-1-1 0,0 0 0,0 1 0,0-1 0,3 16 0,-4-4 0,-1 0 0,0 1 0,-4 35 0,3-47-114,-1 1 1,0-1-1,0 0 0,-1 1 0,-1-1 1,1 0-1,-1 0 0,0 0 0,-1 0 1,0-1-1,-8 12 0,6-12-6712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10.2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1 24575,'-10'0'0,"-3"0"0,0-1 0,0 2 0,-1 0 0,1 1 0,0 0 0,0 1 0,-15 5 0,25-7 0,1 1 0,0 0 0,0 0 0,0 0 0,1 0 0,-1 0 0,0 0 0,1 1 0,-1-1 0,1 0 0,0 1 0,0-1 0,0 1 0,0 0 0,0-1 0,1 1 0,-1 0 0,1-1 0,-1 4 0,-2 56 0,3-57 0,0-1-114,0 0 1,1 0-1,-1 0 0,1-1 0,0 1 1,0 0-1,0-1 0,0 1 0,1-1 1,0 1-1,2 3 0,1 2-6712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5:18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 24575,'39'2'0,"0"2"0,49 11 0,6 1 0,-76-14 0,-2 0 0,1 2 0,0 0 0,-1 1 0,21 9 0,-35-13 0,-1 1 0,1-1 0,-1 1 0,1-1 0,-1 1 0,1 0 0,-1 0 0,0-1 0,0 1 0,0 0 0,0 0 0,0 0 0,0 1 0,-1-1 0,1 0 0,0 3 0,6 45 0,-3-24 0,10 74 0,-5 1 0,-6 186 0,-5-150 0,-11 19 0,6-104 0,1 57 0,7-40 0,-3 92 0,2-160 0,0 1 0,-1-1 0,1 1 0,-1-1 0,1 1 0,-1-1 0,0 0 0,0 1 0,0-1 0,1 0 0,-1 0 0,-1 0 0,1 1 0,0-1 0,0 0 0,0 0 0,0-1 0,-1 1 0,1 0 0,0 0 0,-1-1 0,1 1 0,-1 0 0,1-1 0,-1 1 0,1-1 0,-1 0 0,1 0 0,-1 1 0,-1-1 0,-58 0 0,41-1 0,-336-1-1365,324 2-5461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5:19.5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24575,'75'77'0,"102"137"0,-56-44 0,169 318 0,-266-446-273,-3 1 0,-1 0 0,-2 2 0,19 78 0,-32-97-6553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6:08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216 3 24575,'28'-1'0,"-19"0"0,-1 1 0,1 0 0,-1 0 0,1 1 0,0 0 0,13 3 0,-20-3 0,0 0 0,0 0 0,0 0 0,0 1 0,0-1 0,0 0 0,0 1 0,0 0 0,-1-1 0,1 1 0,0 0 0,-1 0 0,0 0 0,1 0 0,-1 0 0,0 0 0,0 0 0,0 0 0,0 0 0,-1 1 0,1-1 0,-1 0 0,1 1 0,-1-1 0,0 0 0,0 1 0,0-1 0,0 0 0,0 3 0,-1 51 0,13 108 0,-3-87 0,-2 112 0,-1-3 0,7-72 0,-5-61 0,0 78 0,-6-90 0,0-29 0,-1-1 0,-1 0 0,0 0 0,0 1 0,-1-1 0,-1 0 0,-2 11 0,3-21 0,0 1 0,0-1 0,0 1 0,0-1 0,-1 0 0,1 0 0,0 0 0,0 0 0,-1 0 0,1 0 0,-1 0 0,1 0 0,-1 0 0,1-1 0,-1 1 0,1-1 0,-1 1 0,-3 0 0,-35 5 0,25-5 0,-165 11 0,76-8 0,69 4-1365,27-6-5461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6:10.0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24575,'8'14'0,"2"0"0,0 0 0,0-1 0,21 20 0,7 9 0,-2-1 0,388 476 0,-296-348 0,120 214 0,-201-293-1365,-37-64-5461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13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24575,'6'1'0,"-1"0"0,1 0 0,0 0 0,-1 1 0,1 0 0,-1 0 0,1 0 0,-1 1 0,0-1 0,0 1 0,0 1 0,0-1 0,-1 1 0,1-1 0,-1 1 0,0 1 0,0-1 0,0 0 0,5 9 0,-6-8 0,0-1 0,-1 0 0,1 0 0,-1 1 0,0-1 0,0 1 0,-1 0 0,1 0 0,-1 0 0,0-1 0,0 1 0,-1 0 0,1 0 0,-1 0 0,0 0 0,0 0 0,-1 0 0,0 0 0,0 0 0,0 0 0,0 0 0,-4 9 0,-34 37-289,29-40-787,3-3-5750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35.7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 24575,'292'-13'-1365,"-281"13"-5461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0:00.0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1 528 24575,'1'-8'0,"0"0"0,0 0 0,1 0 0,0 0 0,0 0 0,1 0 0,0 1 0,1-1 0,-1 1 0,10-13 0,7-8 0,30-32 0,-31 38 0,59-66 0,118-105 0,-187 188-18,0 0 0,0 1 0,0 0 0,1 1 0,-1 0 0,1 0 0,-1 1 0,1 0 0,0 1 0,0 0 0,17 1 0,5-3-1131,-4 0-5677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5:35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54 24575,'2'0'0,"-1"-1"0,1 1 0,0-1 0,-1 0 0,1 1 0,-1-1 0,1 0 0,-1 0 0,1 0 0,-1 0 0,1 0 0,-1-1 0,0 1 0,0 0 0,0-1 0,2-1 0,15-13 0,-17 16 0,0 0 0,0 0 0,0 0 0,0 0 0,-1 1 0,1-1 0,0 0 0,0 0 0,0 1 0,0-1 0,0 0 0,-1 1 0,1-1 0,0 1 0,0-1 0,-1 1 0,1-1 0,0 1 0,-1 0 0,1-1 0,-1 1 0,1 0 0,0-1 0,-1 1 0,0 0 0,1 0 0,-1-1 0,1 1 0,-1 1 0,1-1 0,-1 0 0,1 1 0,-1-1 0,1 0 0,-1 0 0,1 0 0,0 0 0,0 0 0,0 0 0,0 0 0,-1 0 0,1 0 0,0-1 0,0 1 0,0 0 0,1-1 0,-1 1 0,0 0 0,0-1 0,0 1 0,0-1 0,1 0 0,-1 1 0,0-1 0,2 0 0,0-1 0,-1 0 0,0 0 0,1 0 0,-1 0 0,0 0 0,0-1 0,0 1 0,0-1 0,0 0 0,2-2 0,9-7 0,-13 11 0,1-1 0,0 1 0,0 0 0,0-1 0,0 1 0,0 0 0,0 0 0,0-1 0,0 1 0,0 0 0,-1 0 0,1 0 0,0 0 0,0 0 0,0 0 0,0 1 0,0-1 0,0 0 0,0 0 0,0 1 0,0-1 0,0 0 0,-1 1 0,1-1 0,0 1 0,0-1 0,0 1 0,-1 0 0,2 0 0,-1 0 0,0 0 0,1 0 0,-1 0 0,1-1 0,-1 1 0,1 0 0,-1-1 0,1 1 0,-1-1 0,1 1 0,-1-1 0,1 0 0,-1 0 0,1 1 0,0-1 0,-1 0 0,1-1 0,-1 1 0,3 0 0,25-18 0,6-2 0,-34 20 0,0 0 0,0 0 0,1 0 0,-1 0 0,0 0 0,0 0 0,0 0 0,0 0 0,1 0 0,-1 1 0,0-1 0,0 0 0,0 1 0,0-1 0,0 1 0,0-1 0,0 1 0,0-1 0,0 1 0,0 0 0,0 0 0,0-1 0,0 1 0,-1 0 0,1 0 0,0 0 0,0 0 0,-1 0 0,1 0 0,0 2 0,0-2 0,-1 0 0,0-1 0,1 1 0,-1 0 0,1 0 0,0 0 0,-1-1 0,1 1 0,0 0 0,-1-1 0,1 1 0,0 0 0,0-1 0,0 1 0,-1-1 0,1 1 0,0-1 0,0 0 0,0 1 0,0-1 0,0 0 0,0 0 0,0 0 0,0 1 0,0-1 0,1 0 0,24-11 0,-24 10 0,-1 0 0,0 0 0,0 0 0,1 0 0,-1 0 0,1 0 0,-1 1 0,1-1 0,-1 0 0,1 1 0,-1 0 0,1-1 0,0 1 0,-1 0 0,1 0 0,-1-1 0,1 1 0,0 0 0,-1 1 0,1-1 0,0 0 0,-1 0 0,1 1 0,-1-1 0,1 1 0,-1 0 0,1-1 0,1 2 0,-2-1 0,0 0 0,0-1 0,-1 1 0,1 0 0,0-1 0,0 1 0,0 0 0,0-1 0,0 1 0,0-1 0,0 0 0,0 1 0,0-1 0,0 0 0,0 1 0,0-1 0,0 0 0,0 0 0,0 0 0,0 0 0,0 0 0,0 0 0,0 0 0,0 0 0,0-1 0,0 1 0,0 0 0,0-1 0,0 1 0,0-1 0,0 1 0,0-1 0,0 1 0,0-1 0,0 1 0,0-2 0,0 1 0,0 0 0,0 1 0,1-1 0,-1 0 0,0 1 0,0-1 0,1 1 0,-1-1 0,0 1 0,0 0 0,1-1 0,-1 1 0,1 0 0,-1 0 0,0 0 0,3 0 0,-3 1 7,0-1-1,0 1 1,0 0-1,0 0 0,0-1 1,0 1-1,0 0 1,0 0-1,0 0 0,0 0 1,0 0-1,0 1 1,-1-1-1,1 0 1,0 0-1,0 2 0,-1-2-65,1 0 0,-1 0 0,0 0 0,1 0 0,-1 0 1,1 0-1,-1 0 0,1-1 0,-1 1 0,1 0 0,0 0 0,-1-1 0,1 1 0,0 0 0,0-1 0,-1 1 0,1-1 0,0 1 0,0-1 0,0 1 0,0-1 0,0 1 0,0-1 0,1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5:37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24575,'0'2'0,"0"0"0,0 0 0,1-1 0,-1 1 0,1 0 0,-1-1 0,1 1 0,0 0 0,0-1 0,-1 1 0,1-1 0,0 1 0,0-1 0,0 0 0,1 1 0,-1-1 0,0 0 0,1 0 0,-1 0 0,0 0 0,1 0 0,-1 0 0,1 0 0,-1 0 0,1-1 0,0 1 0,-1 0 0,1-1 0,0 1 0,-1-1 0,1 0 0,0 0 0,3 0 0,10 2 0,0-2 0,1 0 0,17-2 0,-2 0 0,391 19 0,-8 1 0,-7-16 0,516-11 0,-474-2 0,-181 5 0,446-6 0,-267 3 0,303-1 0,-468-2 0,106-1 0,-289 13-1365,-84 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0:38.0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1 24575,'-6'-1'0,"0"1"0,0 0 0,0 1 0,0 0 0,0 0 0,0 0 0,0 0 0,1 1 0,-1 0 0,1 0 0,-1 1 0,1-1 0,0 1 0,-1 0 0,2 1 0,-1-1 0,0 1 0,1 0 0,-1 0 0,1 1 0,0-1 0,1 1 0,-1 0 0,1 0 0,0 0 0,0 0 0,0 0 0,1 1 0,0-1 0,0 1 0,0 0 0,1 0 0,0 0 0,0-1 0,0 9 0,1-9 0,0 9 0,1 1 0,0 0 0,0-1 0,2 1 0,7 27 0,-8-39 0,-1 1 0,1-1 0,0 0 0,0 1 0,0-1 0,0 0 0,1 0 0,-1-1 0,1 1 0,0 0 0,0-1 0,0 0 0,0 0 0,0 1 0,0-2 0,1 1 0,-1 0 0,1-1 0,-1 1 0,1-1 0,-1 0 0,1-1 0,0 1 0,-1 0 0,1-1 0,0 0 0,0 0 0,5-1 0,23 0-1365,-18 0-5461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0:40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24575,'17'0'0,"-6"0"0,1-1 0,-1 2 0,1 0 0,-1 0 0,0 1 0,12 3 0,-19-3 0,0 0 0,0 0 0,-1 0 0,1 0 0,-1 0 0,1 1 0,-1 0 0,0 0 0,0 0 0,0 0 0,-1 0 0,1 0 0,-1 1 0,0-1 0,0 1 0,0 0 0,0-1 0,0 1 0,-1 0 0,2 7 0,0 2 0,0-1 0,-1 2 0,-1-1 0,0 0 0,0 0 0,-4 27 0,3-33 0,-1 1 0,0-1 0,-1 1 0,0-1 0,0 0 0,-1 0 0,0 0 0,0 0 0,0 0 0,-1-1 0,0 1 0,-1-1 0,-7 9 0,9-12-114,-1 0 1,0 0-1,0-1 0,-1 1 0,1-1 1,0 0-1,-1 0 0,0 0 0,1-1 1,-1 1-1,-6 0 0,-3 0-6712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0:47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6928 40 24575,'-11'3'0,"0"0"0,-1 0 0,1-1 0,0 0 0,-1-1 0,1 0 0,-1-1 0,-12-2 0,-6 2 0,-443-6 0,85-1 0,337 7 0,-35-1 0,1 3 0,-145 24 0,119-9 0,-163 5 0,-144-27 0,133-3 0,53-6 0,205 11 0,-197-8 0,126 9 0,-168-26 0,160 12 0,-143-3 0,-58 20 0,-465 12 0,555-14 0,135 5 0,-129 23 0,40-3 0,98-14 0,55-6 0,0-1 0,0-1 0,0 0 0,0-2 0,0 0 0,0-1 0,0 0 0,-30-8 0,-2-2 0,1 3 0,-71-4 0,50 6 0,-175 3 0,130 5 0,99-1 0,1 0 0,-1 2 0,-22 6 0,-36 4 0,49-9 0,0 1 0,0 1 0,1 1 0,-44 19 0,-9 3 0,69-26 0,-1 0 0,1 1 0,0 0 0,0 1 0,0 0 0,1 0 0,-8 7 0,-7 4 0,17-13-1365,0-2-5461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3:05.8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24575,'12'0'0,"-7"-1"0,-1 1 0,1-1 0,0 1 0,0 0 0,0 1 0,-1-1 0,1 1 0,0 0 0,-1 0 0,1 0 0,0 1 0,-1-1 0,0 1 0,1 0 0,-1 0 0,0 1 0,0-1 0,0 1 0,0 0 0,-1 0 0,5 5 0,38 40 0,-34-37 0,-1-1 0,-1 2 0,18 23 0,-23-25 0,0 0 0,-1 0 0,-1 0 0,1 0 0,-2 1 0,1-1 0,-1 1 0,0 13 0,1 93 0,-4-91 0,2-1 0,1-1 0,1 0 0,11 47 0,-10-57 0,0 0 0,1 0 0,0 0 0,1-1 0,1 0 0,0 0 0,16 21 0,-18-29-85,0 0 0,0 0-1,0 0 1,1-1 0,-1 1-1,1-1 1,0-1 0,1 1-1,-1-1 1,0 0 0,1-1-1,0 0 1,-1 0 0,1 0-1,8 1 1,-3-3-6741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9:53.9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24575,'517'0'0,"-493"3"-1365,-16 0-5461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9:56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2022 1389 24575,'0'1'0,"-1"1"0,1-1 0,-1 1 0,0-1 0,0 1 0,0-1 0,0 1 0,0-1 0,0 0 0,0 0 0,0 1 0,0-1 0,-1 0 0,1 0 0,0 0 0,-1 0 0,1 0 0,-1-1 0,1 1 0,-1 0 0,-1 0 0,-35 11 0,-84-1 0,31-5 0,62-6 0,-47 8 0,-45 7 0,0-4 0,-146-8 0,195-3 0,63-1 0,0 0 0,-1-1 0,1 0 0,0-1 0,0 1 0,0-2 0,1 1 0,-1-2 0,1 1 0,-11-8 0,4 2 0,0-1 0,1 0 0,1-1 0,-19-20 0,20 16 0,1 0 0,0-1 0,-13-30 0,17 33 0,0 0 0,0 1 0,-1 0 0,-1 0 0,-1 0 0,1 1 0,-18-15 0,-118-122 0,105 104 0,-11-10 0,3-2 0,-45-70 0,79 101 0,1-1 0,-18-52 0,-10-21 0,-58-112 0,-14 4 0,84 152-1365,26 46-5461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3:50.0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24575,'5'0'0,"5"0"0,20 0 0,9 0 0,11 0 0,2 0 0,-4 0 0,0 0 0,-7 0 0,-6 0 0,-4 0 0,-5 0 0,-7 0-8191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3:51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2246 1945 24575,'-63'18'0,"-88"0"0,-198-2 0,341-16 0,-574 1 0,553-4 0,0-1 0,1-2 0,0-1 0,0-1 0,-49-21 0,43 16 0,14 4 0,-1-1 0,2-1 0,-1-1 0,2 0 0,0-2 0,0 0 0,1-1 0,1 0 0,-21-26 0,3-2 0,2-1 0,-46-83 0,39 46 0,4-2 0,-30-104 0,27 75 0,1-19 0,-11-27 0,-16-52 0,59 191 0,-79-275 0,23 72-297,49 173-771,9 35-5758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3:53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 24575,'118'1'0,"123"-3"0,-174-3-10,64-2-1345,-119 7-5471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3:40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24575,'384'0'-1365,"-372"0"-5461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3:42.3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4172 0 24575,'0'10'0,"0"-3"0,0 0 0,0 0 0,-1 1 0,1-1 0,-5 13 0,4-17 0,0-1 0,0 1 0,-1-1 0,1 0 0,-1 1 0,0-1 0,1 0 0,-1 0 0,0 0 0,0 0 0,0-1 0,-1 1 0,1 0 0,0-1 0,-1 0 0,1 1 0,0-1 0,-1 0 0,-2 0 0,-30 9 0,-1-2 0,1-2 0,-1-1 0,0-2 0,0-1 0,-43-4 0,-35 3 0,-707 10 0,-120 6 0,-937 143-1365,1801-149-5461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4:15.5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117 73 24575,'-2'0'0,"-3"0"0,-3-2 0,-3-1 0,-1 0 0,2-1 0,-3-3 0,-1-5 0,-1-1 0,1-3 0,2 3-8191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6:05.3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24575,'-1'44'-109,"2"52"344,0-88-400,0 1-1,0-1 0,1 0 1,0 1-1,1-1 0,0 0 0,0-1 1,8 14-1,-7-14-6660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51.9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1 24575,'-6'0'0,"1"0"0,0 0 0,-1 1 0,1-1 0,-1 1 0,1 1 0,0-1 0,0 1 0,0 0 0,0 0 0,0 0 0,-6 5 0,4-2 0,1 1 0,0 0 0,0 0 0,0 0 0,0 1 0,1 0 0,-4 8 0,4-8 0,1 0 0,0 0 0,0 1 0,1-1 0,0 1 0,0 0 0,1 0 0,0 0 0,0 0 0,1 0 0,0 0 0,0 1 0,1-1 0,0 0 0,0 1 0,1-1 0,3 13 0,-3-19 4,0 0-1,0-1 0,0 1 0,1 0 1,-1-1-1,0 1 0,0-1 0,1 0 1,-1 1-1,1-1 0,0 0 1,-1 0-1,1 0 0,0 0 0,-1 0 1,1 0-1,0-1 0,2 1 1,38 7-406,-27-6-624,5 1-5800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53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0 24575,'2'1'0,"0"-1"0,0 1 0,0 0 0,0 0 0,-1 0 0,1 0 0,0 0 0,0 1 0,-1-1 0,1 0 0,0 1 0,-1-1 0,0 1 0,1-1 0,-1 1 0,0 0 0,0 0 0,0 0 0,0 0 0,0-1 0,0 1 0,0 0 0,-1 0 0,1 1 0,-1-1 0,0 0 0,1 0 0,-1 0 0,0 2 0,5 67 0,-5-64 0,0 0 0,0 1 0,-1-1 0,0 0 0,0 0 0,0 1 0,-1-1 0,-5 11 0,5-15 0,0 0 0,0 0 0,0 0 0,-1-1 0,1 1 0,-1-1 0,0 1 0,0-1 0,0 0 0,0 0 0,0 0 0,0-1 0,0 1 0,-1-1 0,1 0 0,-1 0 0,1 0 0,-1 0 0,-5 0 0,-8 2-1365,1-2-5461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38:54.6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0 595 24575,'53'25'0,"-49"-24"0,0 0 0,0-1 0,0 0 0,0 0 0,-1 0 0,1 0 0,0-1 0,0 1 0,0-1 0,0 0 0,0 0 0,-1 0 0,1-1 0,0 1 0,-1-1 0,1 0 0,-1 0 0,0 0 0,0 0 0,0-1 0,0 0 0,0 1 0,0-1 0,3-4 0,-2 1 0,-1 0 0,0 0 0,0 0 0,0 0 0,0 0 0,-1-1 0,0 1 0,0-1 0,-1 0 0,0 0 0,0 1 0,-1-14 0,2-32 0,9-62 0,-4 61 0,-1-55 0,-5 95 21,0 1 1,1-1-1,1 1 0,0 0 0,7-18 0,7-31-1513,-15 51-5334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6:06.5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24575,'7'11'0,"4"7"0,3 1 0,-1 1 0,-1 0 0,-2 0 0,-3-1 0,-2 0 0,-3 2 0,-3 4 0,-2-1 0,-3 4 0,-2-2 0,0-3 0,0-2 0,-2-4 0,1-1 0,2-5-8191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6:08.6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1 24575,'-5'0'0,"0"0"0,0 1 0,0-1 0,-1 1 0,1 1 0,0-1 0,1 1 0,-1 0 0,0 0 0,0 0 0,1 1 0,-1-1 0,1 1 0,0 0 0,0 0 0,0 1 0,0-1 0,0 1 0,1 0 0,-4 5 0,2-2 0,1 0 0,0 0 0,0 1 0,1 0 0,0-1 0,0 1 0,1 0 0,0 0 0,0 0 0,1 1 0,-1 13 0,2-9 0,-1-5 0,1 0 0,0-1 0,0 1 0,1-1 0,2 11 0,-2-15 0,0-1 0,0 1 0,0-1 0,1 0 0,-1 0 0,0 1 0,1-1 0,-1 0 0,1 0 0,0-1 0,0 1 0,0 0 0,0 0 0,0-1 0,0 1 0,0-1 0,0 0 0,1 0 0,4 2 0,33 19-1365,-33-16-5461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6:10.9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1797 515 24575,'-530'0'0,"528"0"0,-1 0 0,1 0 0,0 0 0,0 0 0,0 0 0,0-1 0,0 1 0,0-1 0,0 1 0,0-1 0,0 0 0,0 0 0,0 0 0,0 0 0,1 0 0,-1-1 0,0 1 0,1 0 0,-1-1 0,1 1 0,-1-1 0,1 1 0,0-1 0,-1 0 0,1 0 0,0 0 0,0 1 0,1-1 0,-1 0 0,0 0 0,0-4 0,-1-5 0,0-1 0,1 0 0,1 0 0,1-23 0,0 24 0,0-1 0,-1 1 0,-3-20 0,1 20 0,0 2 0,0 0 0,-1 0 0,1 0 0,-2 0 0,-4-9 0,6 14 0,-1 1 0,0-1 0,0 1 0,0 0 0,0-1 0,0 1 0,-1 1 0,0-1 0,1 0 0,-1 1 0,0 0 0,0 0 0,-6-2 0,-68-30 0,-105-41 0,153 65 0,-1 2 0,-1 0 0,1 2 0,-39-2 0,-421-4 0,478 11 16,-1 0 0,1-1-1,0-1 1,-1-1-1,1 1 1,-19-10 0,-33-9-1491,54 20-5351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5:25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1605 2634 24575,'-43'-3'0,"1"-2"0,0-2 0,0-1 0,-69-25 0,36 11 0,-40-9 0,2-4 0,1-6 0,-109-56 0,181 74 0,0-1 0,2-3 0,1 0 0,1-3 0,2 0 0,1-3 0,1-1 0,2-1 0,1-1 0,2-2 0,1 0 0,-29-63 0,-13-33 0,-68-194 0,129 305 0,1 0 0,1 0 0,1-1 0,1 0 0,2 1 0,0-1 0,3-34 0,7-8 0,22-85 0,-17 88 0,-8 32 0,1 1 0,1 0 0,1 0 0,2 1 0,1 1 0,2 0 0,0 0 0,2 1 0,29-37 0,84-84 0,39-47 0,-160 185 0,2 0 0,-1 0 0,1 0 0,1 1 0,-1 1 0,1 0 0,1 0 0,0 1 0,0 1 0,0 0 0,1 0 0,25-7 0,1 5 0,1 1 0,0 2 0,43 0 0,-44 3 0,-6-3 0,0-1 0,-1-1 0,0-2 0,40-16 0,-56 20 0,32-9-227,1 3-1,0 2 1,0 2-1,1 2 1,79 2-1,-113 3-6598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5:26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24575,'14'2'0,"0"0"0,0 1 0,0 0 0,-1 1 0,1 1 0,15 7 0,-27-11 0,0 0 0,-1 0 0,1 1 0,0-1 0,-1 0 0,1 1 0,-1-1 0,1 1 0,-1-1 0,0 1 0,1-1 0,-1 1 0,0 0 0,0 0 0,0 0 0,0 0 0,-1 0 0,1 0 0,0 0 0,-1 0 0,0 0 0,1 0 0,-1 0 0,0 0 0,0 0 0,0 0 0,0 0 0,0 0 0,-1 0 0,1 0 0,-1 0 0,1 0 0,-1 0 0,-1 3 0,0 1 0,-1 0 0,0 0 0,0 0 0,0-1 0,-1 1 0,0-1 0,0 0 0,0 0 0,-9 8 0,-17 9-1365,19-13-5461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6:15.7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2992 1 24575,'-25'21'0,"-1"0"0,-1-2 0,-58 32 0,-6 4 0,55-29 0,1 2 0,1 1 0,-45 51 0,-74 111 0,82-99 0,34-48 0,-1-1 0,-85 70 0,-108 54 0,11-10 0,52-33 0,27-20 0,5 6 0,5 5 0,5 7 0,-194 241 0,-162 182 0,326-395-1365,135-133-5461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49:07.3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24575,'349'-13'0,"-267"12"0,-34 1 0,74-9 0,-93 6-25,1 1 1,33 3-1,-22-1-1266,-25 1-5535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51:12.6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 24575,'252'2'0,"261"-4"0,-99-11-1365,-403 13-5461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51:13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1 441 24575,'0'6'0,"0"-1"0,0 1 0,0-1 0,1 1 0,0-1 0,0 1 0,1-1 0,-1 1 0,1-1 0,0 0 0,1 0 0,4 7 0,-5-9 0,1 0 0,-1-1 0,1 1 0,0-1 0,0 0 0,0 1 0,0-2 0,0 1 0,1 0 0,-1-1 0,0 1 0,1-1 0,-1 0 0,1 0 0,0 0 0,-1-1 0,1 1 0,0-1 0,-1 0 0,5 0 0,13 0 0,0-2 0,-1 0 0,1-1 0,0-1 0,-1-1 0,0-1 0,0-1 0,-1 0 0,0-1 0,0-2 0,0 0 0,31-23 0,9-8 0,14-9 0,120-64 0,-82 65-227,2 6-1,2 5 1,1 4-1,2 6 1,222-24-1,-309 49-6598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52:02.5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24575,'1000'0'0,"-955"-2"0,52-10 0,-53 6 0,60-1 0,183 7-1365,-277 0-5461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52:03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2478 1451 24575,'-8'1'0,"-1"1"0,1 0 0,-1 0 0,1 1 0,0 0 0,0 0 0,-14 9 0,-18 6 0,-45 9 0,-2-4 0,-131 18 0,-181-1 0,387-39 0,-20 1 0,0 0 0,0-3 0,0 0 0,0-3 0,1 0 0,-1-2 0,1-1 0,0-2 0,-56-23 0,-10-10 0,2-4 0,2-5 0,3-3 0,2-4 0,-156-136 0,198 150 0,2-3 0,2-1 0,2-2 0,-50-83 0,66 90 0,1-1 0,3-1 0,1 0 0,3-2 0,2 0 0,-14-74 0,13-9 1,10 81-456,-1 0-1,-25-93 1,16 102-6371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56:02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55674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customXml" Target="../ink/ink10.xml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07" Type="http://schemas.openxmlformats.org/officeDocument/2006/relationships/image" Target="../media/image53.png"/><Relationship Id="rId11" Type="http://schemas.openxmlformats.org/officeDocument/2006/relationships/customXml" Target="../ink/ink5.xml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customXml" Target="../ink/ink2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image" Target="../media/image11.png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7" Type="http://schemas.openxmlformats.org/officeDocument/2006/relationships/customXml" Target="../ink/ink3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8" Type="http://schemas.openxmlformats.org/officeDocument/2006/relationships/image" Target="../media/image4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image" Target="../media/image10.png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customXml" Target="../ink/ink7.xml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image" Target="../media/image5.png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image" Target="../media/image8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140482" y="0"/>
          <a:ext cx="7003518" cy="6877050"/>
          <a:chOff x="2140482" y="0"/>
          <a:chExt cx="7003518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0482" y="0"/>
            <a:ext cx="4863036" cy="68770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3EF644-33B5-64FC-1B62-E3E0FB153A96}"/>
              </a:ext>
            </a:extLst>
          </p:cNvPr>
          <p:cNvSpPr txBox="1"/>
          <p:nvPr/>
        </p:nvSpPr>
        <p:spPr>
          <a:xfrm>
            <a:off x="6671536" y="839392"/>
            <a:ext cx="66396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strong?</a:t>
            </a:r>
            <a:endParaRPr lang="en-FI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274BB1F-F027-C0F5-A1DB-3C90F2CFAD84}"/>
                  </a:ext>
                </a:extLst>
              </p14:cNvPr>
              <p14:cNvContentPartPr/>
              <p14:nvPr/>
            </p14:nvContentPartPr>
            <p14:xfrm>
              <a:off x="2190430" y="1466820"/>
              <a:ext cx="734040" cy="50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274BB1F-F027-C0F5-A1DB-3C90F2CFAD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6110" y="1462500"/>
                <a:ext cx="742680" cy="59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D9282F4-293E-48DC-6526-D1C965FCA147}"/>
              </a:ext>
            </a:extLst>
          </p:cNvPr>
          <p:cNvSpPr txBox="1"/>
          <p:nvPr/>
        </p:nvSpPr>
        <p:spPr>
          <a:xfrm>
            <a:off x="467544" y="1177485"/>
            <a:ext cx="1872208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first focus on a single period model, because it is simpler. In other words, skip this. </a:t>
            </a:r>
          </a:p>
          <a:p>
            <a:endParaRPr lang="en-US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impacts of demand and forecast uncertainty can likely be shown with a single period model.</a:t>
            </a:r>
            <a:endParaRPr lang="en-FI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025AC2A-3B20-2F13-8750-811C3F1FCDF1}"/>
                  </a:ext>
                </a:extLst>
              </p14:cNvPr>
              <p14:cNvContentPartPr/>
              <p14:nvPr/>
            </p14:nvContentPartPr>
            <p14:xfrm>
              <a:off x="4533127" y="2345580"/>
              <a:ext cx="149040" cy="34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025AC2A-3B20-2F13-8750-811C3F1FCD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8807" y="2341260"/>
                <a:ext cx="157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8A1C40A-875C-D4E2-BB64-73BB5B5579A4}"/>
                  </a:ext>
                </a:extLst>
              </p14:cNvPr>
              <p14:cNvContentPartPr/>
              <p14:nvPr/>
            </p14:nvContentPartPr>
            <p14:xfrm>
              <a:off x="2399407" y="2347740"/>
              <a:ext cx="2248920" cy="33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8A1C40A-875C-D4E2-BB64-73BB5B5579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95087" y="2343420"/>
                <a:ext cx="2257560" cy="4248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9C7ECCC-2EFE-E1A5-413B-F0BD63B2889D}"/>
              </a:ext>
            </a:extLst>
          </p:cNvPr>
          <p:cNvSpPr txBox="1"/>
          <p:nvPr/>
        </p:nvSpPr>
        <p:spPr>
          <a:xfrm>
            <a:off x="722386" y="2252392"/>
            <a:ext cx="18722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consistent terminology. Demand?</a:t>
            </a:r>
            <a:endParaRPr lang="en-FI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90A36D5-0BE0-8B7B-F26A-DB8A4AEF8AE3}"/>
                  </a:ext>
                </a:extLst>
              </p14:cNvPr>
              <p14:cNvContentPartPr/>
              <p14:nvPr/>
            </p14:nvContentPartPr>
            <p14:xfrm>
              <a:off x="9258127" y="206694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90A36D5-0BE0-8B7B-F26A-DB8A4AEF8A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53807" y="206262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26A77B9-4CE7-24C7-298E-D5CF813E22C0}"/>
                  </a:ext>
                </a:extLst>
              </p14:cNvPr>
              <p14:cNvContentPartPr/>
              <p14:nvPr/>
            </p14:nvContentPartPr>
            <p14:xfrm>
              <a:off x="4743367" y="2214540"/>
              <a:ext cx="252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26A77B9-4CE7-24C7-298E-D5CF813E22C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39047" y="2210220"/>
                <a:ext cx="261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EEA0F6D-5CEE-0764-74FD-0A74CFADF8AA}"/>
                  </a:ext>
                </a:extLst>
              </p14:cNvPr>
              <p14:cNvContentPartPr/>
              <p14:nvPr/>
            </p14:nvContentPartPr>
            <p14:xfrm>
              <a:off x="4367167" y="2352420"/>
              <a:ext cx="11268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EEA0F6D-5CEE-0764-74FD-0A74CFADF8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62847" y="2348100"/>
                <a:ext cx="12132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2729AAB-FE17-4C1C-17B2-6D4FDD82EC41}"/>
                  </a:ext>
                </a:extLst>
              </p14:cNvPr>
              <p14:cNvContentPartPr/>
              <p14:nvPr/>
            </p14:nvContentPartPr>
            <p14:xfrm>
              <a:off x="2223367" y="2347740"/>
              <a:ext cx="2234520" cy="213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2729AAB-FE17-4C1C-17B2-6D4FDD82EC4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19047" y="2343420"/>
                <a:ext cx="22431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431F7C0-B6A1-734E-82D7-33BF9BFB110C}"/>
                  </a:ext>
                </a:extLst>
              </p14:cNvPr>
              <p14:cNvContentPartPr/>
              <p14:nvPr/>
            </p14:nvContentPartPr>
            <p14:xfrm>
              <a:off x="4738327" y="852120"/>
              <a:ext cx="228600" cy="57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431F7C0-B6A1-734E-82D7-33BF9BFB110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34007" y="847800"/>
                <a:ext cx="23724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4D4EABB-92DD-EB92-A43A-26BA4B3E9D65}"/>
                  </a:ext>
                </a:extLst>
              </p14:cNvPr>
              <p14:cNvContentPartPr/>
              <p14:nvPr/>
            </p14:nvContentPartPr>
            <p14:xfrm>
              <a:off x="136807" y="852480"/>
              <a:ext cx="4721040" cy="1990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4D4EABB-92DD-EB92-A43A-26BA4B3E9D6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2487" y="848160"/>
                <a:ext cx="4729680" cy="199944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3E5321E5-10F5-A1C8-03B7-A64E768BFFE0}"/>
              </a:ext>
            </a:extLst>
          </p:cNvPr>
          <p:cNvSpPr txBox="1"/>
          <p:nvPr/>
        </p:nvSpPr>
        <p:spPr>
          <a:xfrm>
            <a:off x="733474" y="2506314"/>
            <a:ext cx="18722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consistent terminology. True?</a:t>
            </a:r>
            <a:endParaRPr lang="en-FI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5E14716-9AA8-8399-48D3-841BCA3B0D2C}"/>
                  </a:ext>
                </a:extLst>
              </p14:cNvPr>
              <p14:cNvContentPartPr/>
              <p14:nvPr/>
            </p14:nvContentPartPr>
            <p14:xfrm>
              <a:off x="3719167" y="2433240"/>
              <a:ext cx="3172320" cy="76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5E14716-9AA8-8399-48D3-841BCA3B0D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14847" y="2428920"/>
                <a:ext cx="3180960" cy="8532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7950BCC-0B43-158B-AEF7-E4BDE7694210}"/>
              </a:ext>
            </a:extLst>
          </p:cNvPr>
          <p:cNvSpPr txBox="1"/>
          <p:nvPr/>
        </p:nvSpPr>
        <p:spPr>
          <a:xfrm>
            <a:off x="6961113" y="2282197"/>
            <a:ext cx="2075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references for these. I.e., avoid “inventing” reasons by yourself.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D62331-1A90-5C6F-0BF6-845EFC5BA302}"/>
              </a:ext>
            </a:extLst>
          </p:cNvPr>
          <p:cNvSpPr txBox="1"/>
          <p:nvPr/>
        </p:nvSpPr>
        <p:spPr>
          <a:xfrm>
            <a:off x="7003518" y="2637750"/>
            <a:ext cx="207538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Skip? Focus on one period. Just large demand?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2547670-C040-F1B2-8575-74A26A75BAFD}"/>
                  </a:ext>
                </a:extLst>
              </p14:cNvPr>
              <p14:cNvContentPartPr/>
              <p14:nvPr/>
            </p14:nvContentPartPr>
            <p14:xfrm>
              <a:off x="9410407" y="1609560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2547670-C040-F1B2-8575-74A26A75BA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06087" y="1605240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AFE54B52-0C75-6DD6-FB62-9FC453A2D746}"/>
              </a:ext>
            </a:extLst>
          </p:cNvPr>
          <p:cNvSpPr txBox="1"/>
          <p:nvPr/>
        </p:nvSpPr>
        <p:spPr>
          <a:xfrm>
            <a:off x="7054363" y="3040069"/>
            <a:ext cx="2075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Shorten and merge with previous paragraph? I would envision that the merged paragraph would be the motivation for the modeling of D ~ lognormal (as a formula).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1F14B7B-0E60-6C4B-5B35-9C3298DCF7E6}"/>
                  </a:ext>
                </a:extLst>
              </p14:cNvPr>
              <p14:cNvContentPartPr/>
              <p14:nvPr/>
            </p14:nvContentPartPr>
            <p14:xfrm>
              <a:off x="6610327" y="3286440"/>
              <a:ext cx="433440" cy="573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1F14B7B-0E60-6C4B-5B35-9C3298DCF7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06007" y="3282120"/>
                <a:ext cx="442080" cy="582480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43676BF-479A-4B1B-77B4-F0CAC2B48CC3}"/>
              </a:ext>
            </a:extLst>
          </p:cNvPr>
          <p:cNvSpPr txBox="1"/>
          <p:nvPr/>
        </p:nvSpPr>
        <p:spPr>
          <a:xfrm>
            <a:off x="7003517" y="3736433"/>
            <a:ext cx="2075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references for these. I.e., avoid “inventing” reasons by yourself.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4799E6-FA01-5973-7913-F2F96E2980A5}"/>
              </a:ext>
            </a:extLst>
          </p:cNvPr>
          <p:cNvSpPr txBox="1"/>
          <p:nvPr/>
        </p:nvSpPr>
        <p:spPr>
          <a:xfrm>
            <a:off x="6982316" y="4117326"/>
            <a:ext cx="2075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Skip? Unlikely that we will be considering this in the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5F51F38-58F7-1EDA-69D8-20314EABEBD1}"/>
                  </a:ext>
                </a:extLst>
              </p14:cNvPr>
              <p14:cNvContentPartPr/>
              <p14:nvPr/>
            </p14:nvContentPartPr>
            <p14:xfrm>
              <a:off x="320047" y="1609740"/>
              <a:ext cx="2290320" cy="21956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5F51F38-58F7-1EDA-69D8-20314EABEBD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5727" y="1605420"/>
                <a:ext cx="2298960" cy="22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6E3DAC4-3718-535D-AEBB-A17F5AA51AE1}"/>
                  </a:ext>
                </a:extLst>
              </p14:cNvPr>
              <p14:cNvContentPartPr/>
              <p14:nvPr/>
            </p14:nvContentPartPr>
            <p14:xfrm>
              <a:off x="4746607" y="3576420"/>
              <a:ext cx="73080" cy="126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6E3DAC4-3718-535D-AEBB-A17F5AA51AE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42287" y="3572100"/>
                <a:ext cx="817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3FDD4D7-811C-2189-0235-6A9B666DD710}"/>
                  </a:ext>
                </a:extLst>
              </p14:cNvPr>
              <p14:cNvContentPartPr/>
              <p14:nvPr/>
            </p14:nvContentPartPr>
            <p14:xfrm>
              <a:off x="5533927" y="3895740"/>
              <a:ext cx="21240" cy="106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3FDD4D7-811C-2189-0235-6A9B666DD7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29607" y="3891420"/>
                <a:ext cx="298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3B0AAFF-3860-7F61-4C6B-6CBAAE10C83E}"/>
                  </a:ext>
                </a:extLst>
              </p14:cNvPr>
              <p14:cNvContentPartPr/>
              <p14:nvPr/>
            </p14:nvContentPartPr>
            <p14:xfrm>
              <a:off x="2351527" y="3957300"/>
              <a:ext cx="3260160" cy="86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3B0AAFF-3860-7F61-4C6B-6CBAAE10C83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47207" y="3952980"/>
                <a:ext cx="32688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8E65636-E7D1-4A57-90D8-2668C86E881E}"/>
                  </a:ext>
                </a:extLst>
              </p14:cNvPr>
              <p14:cNvContentPartPr/>
              <p14:nvPr/>
            </p14:nvContentPartPr>
            <p14:xfrm>
              <a:off x="218167" y="1478340"/>
              <a:ext cx="2139480" cy="25045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8E65636-E7D1-4A57-90D8-2668C86E881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3847" y="1474020"/>
                <a:ext cx="2148120" cy="2513160"/>
              </a:xfrm>
              <a:prstGeom prst="rect">
                <a:avLst/>
              </a:prstGeom>
            </p:spPr>
          </p:pic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30E445AD-BC2E-7E2F-D7D5-8DE23F8BED1C}"/>
              </a:ext>
            </a:extLst>
          </p:cNvPr>
          <p:cNvSpPr txBox="1"/>
          <p:nvPr/>
        </p:nvSpPr>
        <p:spPr>
          <a:xfrm>
            <a:off x="147984" y="4193222"/>
            <a:ext cx="2075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Motivate forecast uncertainty with the fact that experts and demand models are unlikely to be exact.</a:t>
            </a:r>
          </a:p>
          <a:p>
            <a:endParaRPr lang="en-US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motivate why the DM needs experts.</a:t>
            </a:r>
          </a:p>
          <a:p>
            <a:endParaRPr lang="en-US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envision that this paragraph would be the motivation for lognormal forecast (formula).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C041561-430E-652E-E31A-BDE4208DFDD6}"/>
                  </a:ext>
                </a:extLst>
              </p14:cNvPr>
              <p14:cNvContentPartPr/>
              <p14:nvPr/>
            </p14:nvContentPartPr>
            <p14:xfrm>
              <a:off x="1952287" y="3868380"/>
              <a:ext cx="576000" cy="384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C041561-430E-652E-E31A-BDE4208DFDD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47967" y="3864060"/>
                <a:ext cx="5846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02D31BF-DBD3-69AE-ADE9-5C043F7E7DF8}"/>
                  </a:ext>
                </a:extLst>
              </p14:cNvPr>
              <p14:cNvContentPartPr/>
              <p14:nvPr/>
            </p14:nvContentPartPr>
            <p14:xfrm>
              <a:off x="3265567" y="4252680"/>
              <a:ext cx="34920" cy="103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02D31BF-DBD3-69AE-ADE9-5C043F7E7DF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61247" y="4248360"/>
                <a:ext cx="435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C6CA827-3997-05B9-7459-A553C3814B48}"/>
                  </a:ext>
                </a:extLst>
              </p14:cNvPr>
              <p14:cNvContentPartPr/>
              <p14:nvPr/>
            </p14:nvContentPartPr>
            <p14:xfrm>
              <a:off x="5395687" y="4443120"/>
              <a:ext cx="52920" cy="1231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C6CA827-3997-05B9-7459-A553C3814B4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391367" y="4438800"/>
                <a:ext cx="6156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4FF89C-7F33-682D-34D4-CFA7317613C9}"/>
                  </a:ext>
                </a:extLst>
              </p14:cNvPr>
              <p14:cNvContentPartPr/>
              <p14:nvPr/>
            </p14:nvContentPartPr>
            <p14:xfrm>
              <a:off x="2912830" y="1377540"/>
              <a:ext cx="39960" cy="99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4FF89C-7F33-682D-34D4-CFA7317613C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08510" y="1373220"/>
                <a:ext cx="486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36AAA46-274E-A290-5DC5-E62D3F26272F}"/>
                  </a:ext>
                </a:extLst>
              </p14:cNvPr>
              <p14:cNvContentPartPr/>
              <p14:nvPr/>
            </p14:nvContentPartPr>
            <p14:xfrm>
              <a:off x="3205150" y="1482660"/>
              <a:ext cx="41400" cy="87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36AAA46-274E-A290-5DC5-E62D3F26272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200830" y="1478340"/>
                <a:ext cx="500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12B4276-E727-ACD1-4FBE-F70739CA189D}"/>
                  </a:ext>
                </a:extLst>
              </p14:cNvPr>
              <p14:cNvContentPartPr/>
              <p14:nvPr/>
            </p14:nvContentPartPr>
            <p14:xfrm>
              <a:off x="3570127" y="1676340"/>
              <a:ext cx="21240" cy="9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12B4276-E727-ACD1-4FBE-F70739CA189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65807" y="1672020"/>
                <a:ext cx="298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C091984-7EA0-D88B-4807-BF0A89429DB4}"/>
                  </a:ext>
                </a:extLst>
              </p14:cNvPr>
              <p14:cNvContentPartPr/>
              <p14:nvPr/>
            </p14:nvContentPartPr>
            <p14:xfrm>
              <a:off x="5143327" y="1671300"/>
              <a:ext cx="36000" cy="75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C091984-7EA0-D88B-4807-BF0A89429DB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139007" y="1666980"/>
                <a:ext cx="446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E293834-70EB-E736-C799-F7C5C6A00180}"/>
                  </a:ext>
                </a:extLst>
              </p14:cNvPr>
              <p14:cNvContentPartPr/>
              <p14:nvPr/>
            </p14:nvContentPartPr>
            <p14:xfrm>
              <a:off x="2123647" y="1587420"/>
              <a:ext cx="1443960" cy="218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E293834-70EB-E736-C799-F7C5C6A0018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19327" y="1583100"/>
                <a:ext cx="14526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05F2F65-0CE3-A7AF-1B91-BC52B91626B6}"/>
                  </a:ext>
                </a:extLst>
              </p14:cNvPr>
              <p14:cNvContentPartPr/>
              <p14:nvPr/>
            </p14:nvContentPartPr>
            <p14:xfrm>
              <a:off x="5213167" y="1890540"/>
              <a:ext cx="30600" cy="100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05F2F65-0CE3-A7AF-1B91-BC52B91626B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208847" y="1886220"/>
                <a:ext cx="392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B0CC152-54E7-731D-D29D-66B982305BA4}"/>
                  </a:ext>
                </a:extLst>
              </p14:cNvPr>
              <p14:cNvContentPartPr/>
              <p14:nvPr/>
            </p14:nvContentPartPr>
            <p14:xfrm>
              <a:off x="3376447" y="1999980"/>
              <a:ext cx="49320" cy="114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B0CC152-54E7-731D-D29D-66B982305BA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72127" y="1995660"/>
                <a:ext cx="579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B0DCFB6-86E0-A284-0E97-38A9ADB60AD8}"/>
                  </a:ext>
                </a:extLst>
              </p14:cNvPr>
              <p14:cNvContentPartPr/>
              <p14:nvPr/>
            </p14:nvContentPartPr>
            <p14:xfrm>
              <a:off x="2195287" y="1795860"/>
              <a:ext cx="1224360" cy="371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B0DCFB6-86E0-A284-0E97-38A9ADB60AD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90967" y="1791540"/>
                <a:ext cx="123300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F3C15AD-2B48-768B-DF22-0B587479BAC6}"/>
                  </a:ext>
                </a:extLst>
              </p14:cNvPr>
              <p14:cNvContentPartPr/>
              <p14:nvPr/>
            </p14:nvContentPartPr>
            <p14:xfrm>
              <a:off x="4714567" y="2647800"/>
              <a:ext cx="54108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F3C15AD-2B48-768B-DF22-0B587479BAC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710247" y="2643480"/>
                <a:ext cx="54972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D37C4DF-95A0-F9FE-ECFE-7E9DF4238EC9}"/>
                  </a:ext>
                </a:extLst>
              </p14:cNvPr>
              <p14:cNvContentPartPr/>
              <p14:nvPr/>
            </p14:nvContentPartPr>
            <p14:xfrm>
              <a:off x="5052247" y="2647080"/>
              <a:ext cx="2023560" cy="86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D37C4DF-95A0-F9FE-ECFE-7E9DF4238EC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47927" y="2642760"/>
                <a:ext cx="2032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23B4641-294E-FDD6-8818-21D7732E2F1F}"/>
                  </a:ext>
                </a:extLst>
              </p14:cNvPr>
              <p14:cNvContentPartPr/>
              <p14:nvPr/>
            </p14:nvContentPartPr>
            <p14:xfrm>
              <a:off x="6214687" y="2723760"/>
              <a:ext cx="443880" cy="334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23B4641-294E-FDD6-8818-21D7732E2F1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10367" y="2719440"/>
                <a:ext cx="4525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80E304A-0B7B-2C3F-714A-DA451BD4AB4F}"/>
                  </a:ext>
                </a:extLst>
              </p14:cNvPr>
              <p14:cNvContentPartPr/>
              <p14:nvPr/>
            </p14:nvContentPartPr>
            <p14:xfrm>
              <a:off x="6667207" y="2919240"/>
              <a:ext cx="302400" cy="182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80E304A-0B7B-2C3F-714A-DA451BD4AB4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62887" y="2914920"/>
                <a:ext cx="3110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8D80D1E-AA11-F72B-8D6D-C2163E898AB9}"/>
                  </a:ext>
                </a:extLst>
              </p14:cNvPr>
              <p14:cNvContentPartPr/>
              <p14:nvPr/>
            </p14:nvContentPartPr>
            <p14:xfrm>
              <a:off x="2604607" y="3590820"/>
              <a:ext cx="48600" cy="128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8D80D1E-AA11-F72B-8D6D-C2163E898AB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00287" y="3586500"/>
                <a:ext cx="572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96EF294-0E5B-3141-F02D-EEE73913063E}"/>
                  </a:ext>
                </a:extLst>
              </p14:cNvPr>
              <p14:cNvContentPartPr/>
              <p14:nvPr/>
            </p14:nvContentPartPr>
            <p14:xfrm>
              <a:off x="4705207" y="3590820"/>
              <a:ext cx="38880" cy="114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96EF294-0E5B-3141-F02D-EEE73913063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700887" y="3586500"/>
                <a:ext cx="475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FD16803-B8E6-9394-2CF0-B726F652E387}"/>
                  </a:ext>
                </a:extLst>
              </p14:cNvPr>
              <p14:cNvContentPartPr/>
              <p14:nvPr/>
            </p14:nvContentPartPr>
            <p14:xfrm>
              <a:off x="5866567" y="3352680"/>
              <a:ext cx="48600" cy="856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FD16803-B8E6-9394-2CF0-B726F652E38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62247" y="3348360"/>
                <a:ext cx="572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1A06A56-71CD-AAB5-9BBF-D0586A0A82FF}"/>
                  </a:ext>
                </a:extLst>
              </p14:cNvPr>
              <p14:cNvContentPartPr/>
              <p14:nvPr/>
            </p14:nvContentPartPr>
            <p14:xfrm>
              <a:off x="4114447" y="3466800"/>
              <a:ext cx="49320" cy="90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1A06A56-71CD-AAB5-9BBF-D0586A0A82F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10127" y="3462480"/>
                <a:ext cx="579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B67C3DB-DE8D-CECD-FFF8-8C865400DDCF}"/>
                  </a:ext>
                </a:extLst>
              </p14:cNvPr>
              <p14:cNvContentPartPr/>
              <p14:nvPr/>
            </p14:nvContentPartPr>
            <p14:xfrm>
              <a:off x="4171687" y="3507840"/>
              <a:ext cx="2790720" cy="6429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B67C3DB-DE8D-CECD-FFF8-8C865400DDC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67367" y="3503520"/>
                <a:ext cx="2799360" cy="6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122C1FD-AA83-8187-C71B-BB3756885071}"/>
                  </a:ext>
                </a:extLst>
              </p14:cNvPr>
              <p14:cNvContentPartPr/>
              <p14:nvPr/>
            </p14:nvContentPartPr>
            <p14:xfrm>
              <a:off x="32767" y="1528200"/>
              <a:ext cx="5406840" cy="3849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122C1FD-AA83-8187-C71B-BB375688507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447" y="1523880"/>
                <a:ext cx="5415480" cy="38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B12FF45-74F3-6B87-A036-E4A2A32FEE0E}"/>
                  </a:ext>
                </a:extLst>
              </p14:cNvPr>
              <p14:cNvContentPartPr/>
              <p14:nvPr/>
            </p14:nvContentPartPr>
            <p14:xfrm>
              <a:off x="6095887" y="4109040"/>
              <a:ext cx="199800" cy="10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B12FF45-74F3-6B87-A036-E4A2A32FEE0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91567" y="4104720"/>
                <a:ext cx="208440" cy="19440"/>
              </a:xfrm>
              <a:prstGeom prst="rect">
                <a:avLst/>
              </a:prstGeom>
            </p:spPr>
          </p:pic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7D2E77DC-48AC-59F5-2E81-580BC6DB0297}"/>
              </a:ext>
            </a:extLst>
          </p:cNvPr>
          <p:cNvSpPr txBox="1"/>
          <p:nvPr/>
        </p:nvSpPr>
        <p:spPr>
          <a:xfrm>
            <a:off x="6992917" y="4614663"/>
            <a:ext cx="2075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this paragraph to motivate why the decision maker will base his capacity investment decisions on the estimates.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9C41824-C888-23B4-15E5-CD36CACD4CB3}"/>
              </a:ext>
            </a:extLst>
          </p:cNvPr>
          <p:cNvSpPr txBox="1"/>
          <p:nvPr/>
        </p:nvSpPr>
        <p:spPr>
          <a:xfrm>
            <a:off x="6980311" y="5233634"/>
            <a:ext cx="20753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Shorten and merge with previous? Motivate more why balancing is required (e.g., other disasters events are possible). The merged paragraph would be the motivation for the cost formulas.</a:t>
            </a:r>
          </a:p>
          <a:p>
            <a:endParaRPr lang="en-US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Furthermore motivate (e.g., for the sake of transparency) why we we should probably focus on the minimization of expected costs (i.e., disregard stuff like risk aversion etc. for now).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65C9F51-3AD3-45AD-A0BB-CFEBDCE5F313}"/>
                  </a:ext>
                </a:extLst>
              </p14:cNvPr>
              <p14:cNvContentPartPr/>
              <p14:nvPr/>
            </p14:nvContentPartPr>
            <p14:xfrm>
              <a:off x="5776567" y="4652640"/>
              <a:ext cx="766800" cy="100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65C9F51-3AD3-45AD-A0BB-CFEBDCE5F31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772247" y="4648320"/>
                <a:ext cx="7754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50F731C-8CB8-E007-A742-C08F3DCB73BA}"/>
                  </a:ext>
                </a:extLst>
              </p14:cNvPr>
              <p14:cNvContentPartPr/>
              <p14:nvPr/>
            </p14:nvContentPartPr>
            <p14:xfrm>
              <a:off x="2600287" y="4738320"/>
              <a:ext cx="3500280" cy="342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50F731C-8CB8-E007-A742-C08F3DCB73B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595967" y="4734000"/>
                <a:ext cx="35089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5F433A7-21B1-F6C0-3CC4-D5C9B73D0495}"/>
                  </a:ext>
                </a:extLst>
              </p14:cNvPr>
              <p14:cNvContentPartPr/>
              <p14:nvPr/>
            </p14:nvContentPartPr>
            <p14:xfrm>
              <a:off x="5960527" y="4905360"/>
              <a:ext cx="16560" cy="972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5F433A7-21B1-F6C0-3CC4-D5C9B73D049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956207" y="4901040"/>
                <a:ext cx="25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233C11D-46C5-CCA2-4087-0EF8866E8B8C}"/>
                  </a:ext>
                </a:extLst>
              </p14:cNvPr>
              <p14:cNvContentPartPr/>
              <p14:nvPr/>
            </p14:nvContentPartPr>
            <p14:xfrm>
              <a:off x="3600367" y="4995720"/>
              <a:ext cx="20520" cy="1177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233C11D-46C5-CCA2-4087-0EF8866E8B8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596047" y="4991400"/>
                <a:ext cx="291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CBA3540-FBB4-8C38-F688-A4B2B071858B}"/>
                  </a:ext>
                </a:extLst>
              </p14:cNvPr>
              <p14:cNvContentPartPr/>
              <p14:nvPr/>
            </p14:nvContentPartPr>
            <p14:xfrm>
              <a:off x="5443207" y="4800240"/>
              <a:ext cx="57960" cy="684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CBA3540-FBB4-8C38-F688-A4B2B071858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438887" y="4795920"/>
                <a:ext cx="6660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F901CF1-0954-08AB-96EE-E3D0E37283C7}"/>
              </a:ext>
            </a:extLst>
          </p:cNvPr>
          <p:cNvGrpSpPr/>
          <p:nvPr/>
        </p:nvGrpSpPr>
        <p:grpSpPr>
          <a:xfrm>
            <a:off x="6485767" y="4005000"/>
            <a:ext cx="522720" cy="1360440"/>
            <a:chOff x="6485767" y="4005000"/>
            <a:chExt cx="522720" cy="13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F85001C-3ED6-F12A-6823-B420ACD23A96}"/>
                    </a:ext>
                  </a:extLst>
                </p14:cNvPr>
                <p14:cNvContentPartPr/>
                <p14:nvPr/>
              </p14:nvContentPartPr>
              <p14:xfrm>
                <a:off x="6485767" y="4005000"/>
                <a:ext cx="191880" cy="496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F85001C-3ED6-F12A-6823-B420ACD23A9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81447" y="4000680"/>
                  <a:ext cx="2005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F1DD0E-8FA0-FD08-9782-E71BE8FB3928}"/>
                    </a:ext>
                  </a:extLst>
                </p14:cNvPr>
                <p14:cNvContentPartPr/>
                <p14:nvPr/>
              </p14:nvContentPartPr>
              <p14:xfrm>
                <a:off x="6681607" y="4352760"/>
                <a:ext cx="283680" cy="458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F1DD0E-8FA0-FD08-9782-E71BE8FB392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77287" y="4348440"/>
                  <a:ext cx="29232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4350491-4AE7-C727-BFA3-A5760B1C58EE}"/>
                    </a:ext>
                  </a:extLst>
                </p14:cNvPr>
                <p14:cNvContentPartPr/>
                <p14:nvPr/>
              </p14:nvContentPartPr>
              <p14:xfrm>
                <a:off x="6504127" y="4585320"/>
                <a:ext cx="150840" cy="443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4350491-4AE7-C727-BFA3-A5760B1C58E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99807" y="4581000"/>
                  <a:ext cx="15948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64E116B-9CCD-3FAC-5740-BFDF9C5890AE}"/>
                    </a:ext>
                  </a:extLst>
                </p14:cNvPr>
                <p14:cNvContentPartPr/>
                <p14:nvPr/>
              </p14:nvContentPartPr>
              <p14:xfrm>
                <a:off x="6648127" y="4876560"/>
                <a:ext cx="360360" cy="488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64E116B-9CCD-3FAC-5740-BFDF9C5890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43807" y="4872240"/>
                  <a:ext cx="3690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78569A8-6C7C-6D0F-4354-7DFA03B6E040}"/>
                    </a:ext>
                  </a:extLst>
                </p14:cNvPr>
                <p14:cNvContentPartPr/>
                <p14:nvPr/>
              </p14:nvContentPartPr>
              <p14:xfrm>
                <a:off x="6586207" y="4800600"/>
                <a:ext cx="46440" cy="91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78569A8-6C7C-6D0F-4354-7DFA03B6E0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81887" y="4796280"/>
                  <a:ext cx="550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2A46327-1DC3-FFDF-849E-A495816D9469}"/>
                  </a:ext>
                </a:extLst>
              </p14:cNvPr>
              <p14:cNvContentPartPr/>
              <p14:nvPr/>
            </p14:nvContentPartPr>
            <p14:xfrm>
              <a:off x="3638527" y="5052780"/>
              <a:ext cx="109440" cy="50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2A46327-1DC3-FFDF-849E-A495816D946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634207" y="5048460"/>
                <a:ext cx="118080" cy="13680"/>
              </a:xfrm>
              <a:prstGeom prst="rect">
                <a:avLst/>
              </a:prstGeom>
            </p:spPr>
          </p:pic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DE4B6D85-93A7-7CC2-87D9-DD01C00F7F67}"/>
              </a:ext>
            </a:extLst>
          </p:cNvPr>
          <p:cNvSpPr txBox="1"/>
          <p:nvPr/>
        </p:nvSpPr>
        <p:spPr>
          <a:xfrm>
            <a:off x="3745455" y="4952752"/>
            <a:ext cx="207538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single period?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6183B0B-9F20-BA35-B4DE-73BCAA732D22}"/>
                  </a:ext>
                </a:extLst>
              </p14:cNvPr>
              <p14:cNvContentPartPr/>
              <p14:nvPr/>
            </p14:nvContentPartPr>
            <p14:xfrm>
              <a:off x="6000487" y="610020"/>
              <a:ext cx="212400" cy="190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6183B0B-9F20-BA35-B4DE-73BCAA732D2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996167" y="605700"/>
                <a:ext cx="221040" cy="199080"/>
              </a:xfrm>
              <a:prstGeom prst="rect">
                <a:avLst/>
              </a:prstGeom>
            </p:spPr>
          </p:pic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A6232F6A-4B12-8343-0119-4D9E3DD2189F}"/>
              </a:ext>
            </a:extLst>
          </p:cNvPr>
          <p:cNvSpPr txBox="1"/>
          <p:nvPr/>
        </p:nvSpPr>
        <p:spPr>
          <a:xfrm>
            <a:off x="6180884" y="500505"/>
            <a:ext cx="6928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References?</a:t>
            </a:r>
            <a:endParaRPr lang="en-FI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DDDCEB1-AFD7-D2A0-809A-D99FCE162868}"/>
              </a:ext>
            </a:extLst>
          </p:cNvPr>
          <p:cNvGrpSpPr/>
          <p:nvPr/>
        </p:nvGrpSpPr>
        <p:grpSpPr>
          <a:xfrm>
            <a:off x="2092327" y="939420"/>
            <a:ext cx="4621918" cy="268200"/>
            <a:chOff x="2092327" y="939420"/>
            <a:chExt cx="4621918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A17EF0-2911-7ABD-B5CF-B40783FA9DB6}"/>
                    </a:ext>
                  </a:extLst>
                </p14:cNvPr>
                <p14:cNvContentPartPr/>
                <p14:nvPr/>
              </p14:nvContentPartPr>
              <p14:xfrm>
                <a:off x="4543085" y="939420"/>
                <a:ext cx="170280" cy="19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A17EF0-2911-7ABD-B5CF-B40783FA9D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38765" y="935100"/>
                  <a:ext cx="178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4BCD00-35C3-ECB5-41AC-907DCBD818A9}"/>
                    </a:ext>
                  </a:extLst>
                </p14:cNvPr>
                <p14:cNvContentPartPr/>
                <p14:nvPr/>
              </p14:nvContentPartPr>
              <p14:xfrm>
                <a:off x="4651085" y="949140"/>
                <a:ext cx="2063160" cy="29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4BCD00-35C3-ECB5-41AC-907DCBD818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46765" y="944820"/>
                  <a:ext cx="2071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7FA322F-2E5B-3F4B-19F2-CAEF88EED922}"/>
                    </a:ext>
                  </a:extLst>
                </p14:cNvPr>
                <p14:cNvContentPartPr/>
                <p14:nvPr/>
              </p14:nvContentPartPr>
              <p14:xfrm>
                <a:off x="4595047" y="1047420"/>
                <a:ext cx="55800" cy="111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7FA322F-2E5B-3F4B-19F2-CAEF88EED92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90727" y="1043100"/>
                  <a:ext cx="64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BFED84C-535C-EE78-A863-E275F8CE4DB9}"/>
                    </a:ext>
                  </a:extLst>
                </p14:cNvPr>
                <p14:cNvContentPartPr/>
                <p14:nvPr/>
              </p14:nvContentPartPr>
              <p14:xfrm>
                <a:off x="5919487" y="1052100"/>
                <a:ext cx="64440" cy="120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BFED84C-535C-EE78-A863-E275F8CE4DB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15167" y="1047780"/>
                  <a:ext cx="73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907A76-D207-93AB-351A-EC05B47366D1}"/>
                    </a:ext>
                  </a:extLst>
                </p14:cNvPr>
                <p14:cNvContentPartPr/>
                <p14:nvPr/>
              </p14:nvContentPartPr>
              <p14:xfrm>
                <a:off x="2092327" y="1133460"/>
                <a:ext cx="2494440" cy="74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907A76-D207-93AB-351A-EC05B47366D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88007" y="1129140"/>
                  <a:ext cx="2503080" cy="82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E04C839B-3907-211E-7713-9D72BE926CF8}"/>
              </a:ext>
            </a:extLst>
          </p:cNvPr>
          <p:cNvSpPr txBox="1"/>
          <p:nvPr/>
        </p:nvSpPr>
        <p:spPr>
          <a:xfrm>
            <a:off x="2710991" y="5999078"/>
            <a:ext cx="2075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Evaluation of performance after event is over…. Compare against true demand vs estimates…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89ADB01-01A0-B68C-44B5-93FD4131FE5F}"/>
                  </a:ext>
                </a:extLst>
              </p14:cNvPr>
              <p14:cNvContentPartPr/>
              <p14:nvPr/>
            </p14:nvContentPartPr>
            <p14:xfrm>
              <a:off x="4681447" y="2856780"/>
              <a:ext cx="161640" cy="2635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89ADB01-01A0-B68C-44B5-93FD4131FE5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677127" y="2852460"/>
                <a:ext cx="170280" cy="272160"/>
              </a:xfrm>
              <a:prstGeom prst="rect">
                <a:avLst/>
              </a:prstGeom>
            </p:spPr>
          </p:pic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CB047CD3-B904-9A3F-2594-B5ECCB5F3636}"/>
              </a:ext>
            </a:extLst>
          </p:cNvPr>
          <p:cNvSpPr txBox="1"/>
          <p:nvPr/>
        </p:nvSpPr>
        <p:spPr>
          <a:xfrm>
            <a:off x="4808041" y="2995200"/>
            <a:ext cx="207538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Reference?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38F37B1-6DCA-F4C9-328D-CD29DAED29E3}"/>
              </a:ext>
            </a:extLst>
          </p:cNvPr>
          <p:cNvGrpSpPr/>
          <p:nvPr/>
        </p:nvGrpSpPr>
        <p:grpSpPr>
          <a:xfrm>
            <a:off x="1650967" y="2752560"/>
            <a:ext cx="1563840" cy="719280"/>
            <a:chOff x="1650967" y="2752560"/>
            <a:chExt cx="1563840" cy="71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67A13F-A18C-34E8-9ED5-AB73BE06C571}"/>
                    </a:ext>
                  </a:extLst>
                </p14:cNvPr>
                <p14:cNvContentPartPr/>
                <p14:nvPr/>
              </p14:nvContentPartPr>
              <p14:xfrm>
                <a:off x="2804767" y="3247920"/>
                <a:ext cx="198000" cy="2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67A13F-A18C-34E8-9ED5-AB73BE06C57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00447" y="3243600"/>
                  <a:ext cx="2066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E6ECD0C-582F-3232-4948-D70E26B690F0}"/>
                    </a:ext>
                  </a:extLst>
                </p14:cNvPr>
                <p14:cNvContentPartPr/>
                <p14:nvPr/>
              </p14:nvContentPartPr>
              <p14:xfrm>
                <a:off x="2191327" y="2752920"/>
                <a:ext cx="728280" cy="533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E6ECD0C-582F-3232-4948-D70E26B690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87007" y="2748600"/>
                  <a:ext cx="7369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BAA4BF-E827-9C5D-B736-F3122FF58680}"/>
                    </a:ext>
                  </a:extLst>
                </p14:cNvPr>
                <p14:cNvContentPartPr/>
                <p14:nvPr/>
              </p14:nvContentPartPr>
              <p14:xfrm>
                <a:off x="2833567" y="3447720"/>
                <a:ext cx="15660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BAA4BF-E827-9C5D-B736-F3122FF5868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29247" y="3443400"/>
                  <a:ext cx="165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E626CD5-9740-42C1-4AF5-6FB100F062A6}"/>
                    </a:ext>
                  </a:extLst>
                </p14:cNvPr>
                <p14:cNvContentPartPr/>
                <p14:nvPr/>
              </p14:nvContentPartPr>
              <p14:xfrm>
                <a:off x="2163247" y="2752560"/>
                <a:ext cx="808560" cy="719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E626CD5-9740-42C1-4AF5-6FB100F062A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58927" y="2748240"/>
                  <a:ext cx="81720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E268E3-5E63-AD13-08CE-363CB758EACD}"/>
                    </a:ext>
                  </a:extLst>
                </p14:cNvPr>
                <p14:cNvContentPartPr/>
                <p14:nvPr/>
              </p14:nvContentPartPr>
              <p14:xfrm>
                <a:off x="2976487" y="3438360"/>
                <a:ext cx="204840" cy="5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E268E3-5E63-AD13-08CE-363CB758EAC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72167" y="3434040"/>
                  <a:ext cx="2134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7CD4A85-70D8-0E93-F1AD-B180081E57B3}"/>
                    </a:ext>
                  </a:extLst>
                </p14:cNvPr>
                <p14:cNvContentPartPr/>
                <p14:nvPr/>
              </p14:nvContentPartPr>
              <p14:xfrm>
                <a:off x="3071527" y="3309840"/>
                <a:ext cx="14328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7CD4A85-70D8-0E93-F1AD-B180081E57B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67207" y="3305520"/>
                  <a:ext cx="151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869CDAB-6B01-3A74-3785-CFF1A6EB003E}"/>
                    </a:ext>
                  </a:extLst>
                </p14:cNvPr>
                <p14:cNvContentPartPr/>
                <p14:nvPr/>
              </p14:nvContentPartPr>
              <p14:xfrm>
                <a:off x="1650967" y="3309840"/>
                <a:ext cx="1502280" cy="120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869CDAB-6B01-3A74-3785-CFF1A6EB00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46647" y="3305520"/>
                  <a:ext cx="1510920" cy="129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0C314FD1-F2DB-2C0D-EE74-71576BCF8EC9}"/>
              </a:ext>
            </a:extLst>
          </p:cNvPr>
          <p:cNvSpPr txBox="1"/>
          <p:nvPr/>
        </p:nvSpPr>
        <p:spPr>
          <a:xfrm>
            <a:off x="627403" y="3078307"/>
            <a:ext cx="154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Has? In general, it is best to avoid “human” verbs, especially sensory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899EDFF-D1D6-2EE4-5F9C-B7D2E5AF553F}"/>
                  </a:ext>
                </a:extLst>
              </p14:cNvPr>
              <p14:cNvContentPartPr/>
              <p14:nvPr/>
            </p14:nvContentPartPr>
            <p14:xfrm>
              <a:off x="1605607" y="3407400"/>
              <a:ext cx="42120" cy="266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899EDFF-D1D6-2EE4-5F9C-B7D2E5AF553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601287" y="3403080"/>
                <a:ext cx="507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DDE5823-BDC0-6771-3BBA-243716B26E9E}"/>
                  </a:ext>
                </a:extLst>
              </p14:cNvPr>
              <p14:cNvContentPartPr/>
              <p14:nvPr/>
            </p14:nvContentPartPr>
            <p14:xfrm>
              <a:off x="5514487" y="5257800"/>
              <a:ext cx="11880" cy="84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DDE5823-BDC0-6771-3BBA-243716B26E9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510167" y="5253480"/>
                <a:ext cx="2052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137702E-7D49-C7CE-86F2-179F5E86860D}"/>
              </a:ext>
            </a:extLst>
          </p:cNvPr>
          <p:cNvGrpSpPr/>
          <p:nvPr/>
        </p:nvGrpSpPr>
        <p:grpSpPr>
          <a:xfrm>
            <a:off x="3371047" y="5143500"/>
            <a:ext cx="667440" cy="367380"/>
            <a:chOff x="3371047" y="5143500"/>
            <a:chExt cx="667440" cy="3673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899D731-A3F9-7AF7-248F-31BBEE2DA7D0}"/>
                    </a:ext>
                  </a:extLst>
                </p14:cNvPr>
                <p14:cNvContentPartPr/>
                <p14:nvPr/>
              </p14:nvContentPartPr>
              <p14:xfrm>
                <a:off x="3371047" y="5257620"/>
                <a:ext cx="57960" cy="97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899D731-A3F9-7AF7-248F-31BBEE2DA7D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66727" y="5253300"/>
                  <a:ext cx="66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650D6CA-1DE5-8228-7E54-8EAEAF6D524E}"/>
                    </a:ext>
                  </a:extLst>
                </p14:cNvPr>
                <p14:cNvContentPartPr/>
                <p14:nvPr/>
              </p14:nvContentPartPr>
              <p14:xfrm>
                <a:off x="3942367" y="5272020"/>
                <a:ext cx="39960" cy="86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650D6CA-1DE5-8228-7E54-8EAEAF6D524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38047" y="5267700"/>
                  <a:ext cx="48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B4650AA-A4CE-7F7F-77A1-DF8FF9C48944}"/>
                    </a:ext>
                  </a:extLst>
                </p14:cNvPr>
                <p14:cNvContentPartPr/>
                <p14:nvPr/>
              </p14:nvContentPartPr>
              <p14:xfrm>
                <a:off x="3952807" y="5143500"/>
                <a:ext cx="85680" cy="22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B4650AA-A4CE-7F7F-77A1-DF8FF9C4894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48487" y="5139180"/>
                  <a:ext cx="94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4F180AE-1A41-6B43-6CE4-DE46164673CA}"/>
                    </a:ext>
                  </a:extLst>
                </p14:cNvPr>
                <p14:cNvContentPartPr/>
                <p14:nvPr/>
              </p14:nvContentPartPr>
              <p14:xfrm>
                <a:off x="3914647" y="5381640"/>
                <a:ext cx="29520" cy="1292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4F180AE-1A41-6B43-6CE4-DE46164673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10327" y="5377320"/>
                  <a:ext cx="381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029E026-9462-7FD5-FE83-8F949AC25740}"/>
              </a:ext>
            </a:extLst>
          </p:cNvPr>
          <p:cNvGrpSpPr/>
          <p:nvPr/>
        </p:nvGrpSpPr>
        <p:grpSpPr>
          <a:xfrm>
            <a:off x="4844167" y="5096160"/>
            <a:ext cx="689760" cy="258120"/>
            <a:chOff x="4844167" y="5096160"/>
            <a:chExt cx="68976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96EE12B-C864-6E4E-6889-3059BD7A7EB0}"/>
                    </a:ext>
                  </a:extLst>
                </p14:cNvPr>
                <p14:cNvContentPartPr/>
                <p14:nvPr/>
              </p14:nvContentPartPr>
              <p14:xfrm>
                <a:off x="5485327" y="5248080"/>
                <a:ext cx="48600" cy="106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96EE12B-C864-6E4E-6889-3059BD7A7EB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81007" y="5243760"/>
                  <a:ext cx="57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2969035-9B0A-E55C-0C8F-2C5D11BB6B5F}"/>
                    </a:ext>
                  </a:extLst>
                </p14:cNvPr>
                <p14:cNvContentPartPr/>
                <p14:nvPr/>
              </p14:nvContentPartPr>
              <p14:xfrm>
                <a:off x="4844167" y="5096160"/>
                <a:ext cx="647280" cy="185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2969035-9B0A-E55C-0C8F-2C5D11BB6B5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39487" y="5091840"/>
                  <a:ext cx="65592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A65C471-D2D5-8559-D7C6-8F1CA8A15BE2}"/>
              </a:ext>
            </a:extLst>
          </p:cNvPr>
          <p:cNvGrpSpPr/>
          <p:nvPr/>
        </p:nvGrpSpPr>
        <p:grpSpPr>
          <a:xfrm>
            <a:off x="1570687" y="4762260"/>
            <a:ext cx="1144080" cy="1338660"/>
            <a:chOff x="1570687" y="4762260"/>
            <a:chExt cx="1144080" cy="13386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F6D43CA-DC53-A8CA-A069-8B37FD19F674}"/>
                    </a:ext>
                  </a:extLst>
                </p14:cNvPr>
                <p14:cNvContentPartPr/>
                <p14:nvPr/>
              </p14:nvContentPartPr>
              <p14:xfrm>
                <a:off x="2136967" y="5152680"/>
                <a:ext cx="577800" cy="948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F6D43CA-DC53-A8CA-A069-8B37FD19F67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32647" y="5148360"/>
                  <a:ext cx="58644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9D34BB9-45FE-205E-FCC6-3EBDBD53501A}"/>
                    </a:ext>
                  </a:extLst>
                </p14:cNvPr>
                <p14:cNvContentPartPr/>
                <p14:nvPr/>
              </p14:nvContentPartPr>
              <p14:xfrm>
                <a:off x="2657167" y="5114880"/>
                <a:ext cx="50400" cy="68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9D34BB9-45FE-205E-FCC6-3EBDBD53501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52847" y="5110560"/>
                  <a:ext cx="59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9DBDDD2-C43F-A24E-E9D3-A9636A386153}"/>
                    </a:ext>
                  </a:extLst>
                </p14:cNvPr>
                <p14:cNvContentPartPr/>
                <p14:nvPr/>
              </p14:nvContentPartPr>
              <p14:xfrm>
                <a:off x="1570687" y="4762260"/>
                <a:ext cx="1077480" cy="10036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9DBDDD2-C43F-A24E-E9D3-A9636A38615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566367" y="4757940"/>
                  <a:ext cx="1086120" cy="101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F046568D-A5BA-7331-2DDD-7F8C867DD766}"/>
              </a:ext>
            </a:extLst>
          </p:cNvPr>
          <p:cNvSpPr txBox="1"/>
          <p:nvPr/>
        </p:nvSpPr>
        <p:spPr>
          <a:xfrm>
            <a:off x="493848" y="5781722"/>
            <a:ext cx="162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“guesses” about what the result will be.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35F729E-FF84-9347-6544-24652B4A4D9E}"/>
                  </a:ext>
                </a:extLst>
              </p14:cNvPr>
              <p14:cNvContentPartPr/>
              <p14:nvPr/>
            </p14:nvContentPartPr>
            <p14:xfrm>
              <a:off x="3166927" y="3047040"/>
              <a:ext cx="280800" cy="104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35F729E-FF84-9347-6544-24652B4A4D9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162607" y="3042720"/>
                <a:ext cx="28944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AF301B4C-C5A9-9A09-2F1D-1DA47E7B6F2E}"/>
              </a:ext>
            </a:extLst>
          </p:cNvPr>
          <p:cNvSpPr txBox="1"/>
          <p:nvPr/>
        </p:nvSpPr>
        <p:spPr>
          <a:xfrm>
            <a:off x="2979683" y="3031252"/>
            <a:ext cx="207538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Befitting?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2F1BA23-C7CA-7C0E-F850-5498FA1181FF}"/>
              </a:ext>
            </a:extLst>
          </p:cNvPr>
          <p:cNvGrpSpPr/>
          <p:nvPr/>
        </p:nvGrpSpPr>
        <p:grpSpPr>
          <a:xfrm>
            <a:off x="6148087" y="774637"/>
            <a:ext cx="942840" cy="198000"/>
            <a:chOff x="6148087" y="774637"/>
            <a:chExt cx="94284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AFD25EE-5AB3-5EBD-18B3-FB5DD1C6101A}"/>
                    </a:ext>
                  </a:extLst>
                </p14:cNvPr>
                <p14:cNvContentPartPr/>
                <p14:nvPr/>
              </p14:nvContentPartPr>
              <p14:xfrm>
                <a:off x="6148087" y="933397"/>
                <a:ext cx="428760" cy="5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AFD25EE-5AB3-5EBD-18B3-FB5DD1C6101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43767" y="929077"/>
                  <a:ext cx="4374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789C644-1B3E-F901-0AC3-0A301DB7ACE7}"/>
                    </a:ext>
                  </a:extLst>
                </p14:cNvPr>
                <p14:cNvContentPartPr/>
                <p14:nvPr/>
              </p14:nvContentPartPr>
              <p14:xfrm>
                <a:off x="6495847" y="774637"/>
                <a:ext cx="595080" cy="198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789C644-1B3E-F901-0AC3-0A301DB7AC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91527" y="770317"/>
                  <a:ext cx="603720" cy="206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E0A9C464-F7B2-3769-2F2F-6655BFB57FB2}"/>
              </a:ext>
            </a:extLst>
          </p:cNvPr>
          <p:cNvSpPr txBox="1"/>
          <p:nvPr/>
        </p:nvSpPr>
        <p:spPr>
          <a:xfrm>
            <a:off x="7075807" y="578032"/>
            <a:ext cx="17075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demand as amount of people? </a:t>
            </a:r>
            <a:endParaRPr lang="en-FI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B44DAF8-3956-42B4-B35D-5CA02E92ECA3}"/>
              </a:ext>
            </a:extLst>
          </p:cNvPr>
          <p:cNvGrpSpPr/>
          <p:nvPr/>
        </p:nvGrpSpPr>
        <p:grpSpPr>
          <a:xfrm>
            <a:off x="1917727" y="434797"/>
            <a:ext cx="1182960" cy="587880"/>
            <a:chOff x="1917727" y="434797"/>
            <a:chExt cx="1182960" cy="58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A456A62-DECF-F14E-A865-AB703143CED4}"/>
                    </a:ext>
                  </a:extLst>
                </p14:cNvPr>
                <p14:cNvContentPartPr/>
                <p14:nvPr/>
              </p14:nvContentPartPr>
              <p14:xfrm>
                <a:off x="2528647" y="933037"/>
                <a:ext cx="572040" cy="10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A456A62-DECF-F14E-A865-AB703143CED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24327" y="928717"/>
                  <a:ext cx="580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133DDC4-40B2-F5F2-FA43-F0F1CE9326A6}"/>
                    </a:ext>
                  </a:extLst>
                </p14:cNvPr>
                <p14:cNvContentPartPr/>
                <p14:nvPr/>
              </p14:nvContentPartPr>
              <p14:xfrm>
                <a:off x="1917727" y="434797"/>
                <a:ext cx="892440" cy="587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133DDC4-40B2-F5F2-FA43-F0F1CE9326A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13407" y="430477"/>
                  <a:ext cx="901080" cy="596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EF799391-E427-3D7C-4184-B083A49CC6C5}"/>
              </a:ext>
            </a:extLst>
          </p:cNvPr>
          <p:cNvSpPr txBox="1"/>
          <p:nvPr/>
        </p:nvSpPr>
        <p:spPr>
          <a:xfrm>
            <a:off x="1308748" y="233129"/>
            <a:ext cx="1449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strong? “can be unrealistic”</a:t>
            </a:r>
            <a:endParaRPr lang="en-FI" sz="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87F4DC07-422B-8BC5-BA13-18BF1DC3885A}"/>
                  </a:ext>
                </a:extLst>
              </p14:cNvPr>
              <p14:cNvContentPartPr/>
              <p14:nvPr/>
            </p14:nvContentPartPr>
            <p14:xfrm>
              <a:off x="1409407" y="6724463"/>
              <a:ext cx="360" cy="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87F4DC07-422B-8BC5-BA13-18BF1DC388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05087" y="6720143"/>
                <a:ext cx="9000" cy="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Theme38">
  <a:themeElements>
    <a:clrScheme name="Theme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345</Words>
  <Application>Microsoft Macintosh PowerPoint</Application>
  <PresentationFormat>On-screen Show (4:3)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Theme38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Rosenlew Georg</cp:lastModifiedBy>
  <cp:revision>1</cp:revision>
  <dcterms:created xsi:type="dcterms:W3CDTF">2026-03-26T15:54:29Z</dcterms:created>
  <dcterms:modified xsi:type="dcterms:W3CDTF">2026-03-28T12:34:52Z</dcterms:modified>
  <cp:category/>
</cp:coreProperties>
</file>