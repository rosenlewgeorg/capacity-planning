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03"/>
  </p:normalViewPr>
  <p:slideViewPr>
    <p:cSldViewPr>
      <p:cViewPr>
        <p:scale>
          <a:sx n="190" d="100"/>
          <a:sy n="190"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08:29.453"/>
    </inkml:context>
    <inkml:brush xml:id="br0">
      <inkml:brushProperty name="width" value="0.025" units="cm"/>
      <inkml:brushProperty name="height" value="0.025" units="cm"/>
      <inkml:brushProperty name="color" value="#E71224"/>
    </inkml:brush>
  </inkml:definitions>
  <inkml:trace contextRef="#ctx0" brushRef="#br0">1 442 24575,'0'-4'0,"0"0"0,0 0 0,1 0 0,-1 0 0,1-1 0,0 1 0,0 0 0,0 0 0,1 1 0,-1-1 0,1 0 0,0 0 0,0 1 0,0-1 0,1 1 0,-1 0 0,1 0 0,0-1 0,5-3 0,-2 3 0,0 0 0,0 1 0,0 0 0,0 0 0,1 1 0,-1 0 0,1 0 0,-1 0 0,1 1 0,0 0 0,7 0 0,222-11 0,-90 14 0,158-4 0,-279-1 0,-1-1 0,0-1 0,1-1 0,-2-1 0,1-1 0,-1-1 0,37-20 0,144-101 0,-194 122 0,15-10-341,-2-1 0,0-1-1,25-28 1,-41 40-6485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09:43.810"/>
    </inkml:context>
    <inkml:brush xml:id="br0">
      <inkml:brushProperty name="width" value="0.025" units="cm"/>
      <inkml:brushProperty name="height" value="0.025" units="cm"/>
      <inkml:brushProperty name="color" value="#E71224"/>
    </inkml:brush>
  </inkml:definitions>
  <inkml:trace contextRef="#ctx0" brushRef="#br0">285 1 24575,'-26'0'0,"6"-1"0,0 1 0,0 1 0,0 1 0,-28 6 0,41-6 0,0 1 0,1-1 0,-1 1 0,1 0 0,0 0 0,0 1 0,1 0 0,-1 0 0,1 0 0,-1 1 0,1 0 0,1 0 0,-1 0 0,1 1 0,0-1 0,-7 12 0,6-6 0,0-1 0,1 0 0,0 1 0,1 0 0,0 0 0,1 0 0,0 0 0,0 0 0,1 0 0,1 23 0,0-30 0,1 0 0,-1-1 0,0 1 0,1 0 0,0 0 0,0-1 0,0 1 0,1-1 0,-1 1 0,1-1 0,0 1 0,-1-1 0,2 0 0,-1 0 0,0 0 0,1 0 0,-1 0 0,1 0 0,0-1 0,0 0 0,0 1 0,0-1 0,0 0 0,0 0 0,1-1 0,-1 1 0,1-1 0,-1 1 0,1-1 0,0 0 0,-1 0 0,1-1 0,0 1 0,0-1 0,3 0 0,11 0 0,0 0 0,-1-1 0,1-1 0,-1-1 0,0 0 0,1-1 0,-1-1 0,-1-1 0,1 0 0,-1-1 0,0-1 0,-1 0 0,0-2 0,0 1 0,26-24 0,-39 31 3,0 1-1,1-1 1,-1 0-1,0 0 1,0-1-1,0 1 1,-1 0-1,1-1 1,0 1-1,-1-1 1,0 1-1,1-1 1,-1 0-1,0 1 1,0-1-1,-1 0 0,1 0 1,0 0-1,-1 0 1,0 0-1,0 0 1,0 0-1,0 0 1,0 0-1,-1 1 1,1-1-1,-1 0 1,0 0-1,1 0 1,-1 0-1,-1 1 1,1-1-1,0 0 1,-1 1-1,1-1 1,-1 1-1,0 0 1,0-1-1,0 1 1,-2-2-1,-10-10-200,-1 2 0,0 0 0,-1 0 0,-31-17-1,35 22-277,-4-3-6350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09:47.033"/>
    </inkml:context>
    <inkml:brush xml:id="br0">
      <inkml:brushProperty name="width" value="0.025" units="cm"/>
      <inkml:brushProperty name="height" value="0.025" units="cm"/>
      <inkml:brushProperty name="color" value="#E71224"/>
    </inkml:brush>
  </inkml:definitions>
  <inkml:trace contextRef="#ctx0" brushRef="#br0">1182 177 23787,'-1182'-177'0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5:44.724"/>
    </inkml:context>
    <inkml:brush xml:id="br0">
      <inkml:brushProperty name="width" value="0.025" units="cm"/>
      <inkml:brushProperty name="height" value="0.025" units="cm"/>
      <inkml:brushProperty name="color" value="#E71224"/>
    </inkml:brush>
  </inkml:definitions>
  <inkml:trace contextRef="#ctx0" brushRef="#br0">0 2 24575,'150'-2'0,"175"6"0,-233 8 0,-61-7 0,0-1 0,33 0 0,64-5-1365,-120 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6:16.036"/>
    </inkml:context>
    <inkml:brush xml:id="br0">
      <inkml:brushProperty name="width" value="0.025" units="cm"/>
      <inkml:brushProperty name="height" value="0.025" units="cm"/>
      <inkml:brushProperty name="color" value="#E71224"/>
    </inkml:brush>
  </inkml:definitions>
  <inkml:trace contextRef="#ctx0" brushRef="#br0">0 0 23619,'2550'0'0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8:19.777"/>
    </inkml:context>
    <inkml:brush xml:id="br0">
      <inkml:brushProperty name="width" value="0.025" units="cm"/>
      <inkml:brushProperty name="height" value="0.025" units="cm"/>
      <inkml:brushProperty name="color" value="#E71224"/>
    </inkml:brush>
  </inkml:definitions>
  <inkml:trace contextRef="#ctx0" brushRef="#br0">0 0 23609,'5195'0'0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3:07.782"/>
    </inkml:context>
    <inkml:brush xml:id="br0">
      <inkml:brushProperty name="width" value="0.025" units="cm"/>
      <inkml:brushProperty name="height" value="0.025" units="cm"/>
      <inkml:brushProperty name="color" value="#E71224"/>
    </inkml:brush>
  </inkml:definitions>
  <inkml:trace contextRef="#ctx0" brushRef="#br0">1 1 24575,'251'12'0,"-48"-1"0,494-7-33,-439-5-1299,-233 1-5494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3:10.314"/>
    </inkml:context>
    <inkml:brush xml:id="br0">
      <inkml:brushProperty name="width" value="0.025" units="cm"/>
      <inkml:brushProperty name="height" value="0.025" units="cm"/>
      <inkml:brushProperty name="color" value="#E71224"/>
    </inkml:brush>
  </inkml:definitions>
  <inkml:trace contextRef="#ctx0" brushRef="#br0">0 27 24575,'287'2'0,"297"-4"0,-392-11 0,46-1 0,508 15-1365,-738-1-5461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3:11.990"/>
    </inkml:context>
    <inkml:brush xml:id="br0">
      <inkml:brushProperty name="width" value="0.025" units="cm"/>
      <inkml:brushProperty name="height" value="0.025" units="cm"/>
      <inkml:brushProperty name="color" value="#E71224"/>
    </inkml:brush>
  </inkml:definitions>
  <inkml:trace contextRef="#ctx0" brushRef="#br0">0 1 24575,'4'5'0,"-1"-1"0,0 1 0,1-1 0,0 0 0,0 0 0,1 0 0,-1 0 0,1-1 0,-1 0 0,1 0 0,0 0 0,8 3 0,65 22 0,6-10 0,0-4 0,1-3 0,149-1 0,2 0 0,475 19 0,-113-9 0,-5-9-224,-444-11-917,-137 0-5685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3:13.362"/>
    </inkml:context>
    <inkml:brush xml:id="br0">
      <inkml:brushProperty name="width" value="0.025" units="cm"/>
      <inkml:brushProperty name="height" value="0.025" units="cm"/>
      <inkml:brushProperty name="color" value="#E71224"/>
    </inkml:brush>
  </inkml:definitions>
  <inkml:trace contextRef="#ctx0" brushRef="#br0">0 258 24575,'1'6'0,"0"-1"0,0 1 0,1-1 0,0 1 0,0-1 0,0 0 0,1 1 0,-1-1 0,1 0 0,1-1 0,-1 1 0,1-1 0,-1 1 0,1-1 0,0 0 0,1 0 0,-1-1 0,1 1 0,0-1 0,-1 0 0,9 3 0,2 2 0,0-1 0,-1 0 0,2-1 0,-1-1 0,1 0 0,23 3 0,-25-6 0,1 0 0,-1-1 0,1 0 0,0-1 0,-1-1 0,1-1 0,18-3 0,-27 0 0,-1 1 0,0-1 0,0 1 0,-1-1 0,1-1 0,-1 1 0,0-1 0,-1 0 0,1 0 0,-1 0 0,4-10 0,8-13 0,-6 16 0,-1-1 0,0 0 0,-1 0 0,-1-1 0,0 0 0,-1 0 0,-1 0 0,0-1 0,-1 1 0,-1-1 0,0 0 0,-1 0 0,-2-18 0,0 20-114,1-23 357,0 36-295,1 0 1,-1 0-1,0 0 1,0 0-1,0 1 1,1-1-1,-1 0 1,0 0-1,1 0 1,-1 0-1,1 0 1,-1 0-1,1 0 1,-1 0-1,1 1 1,0-1-1,-1 0 1,1 1-1,0-1 1,0 0-1,0 1 1,-1-1-1,1 1 1,0-1-1,0 1 1,0-1-1,0 1 0,1-1 1,5 1-6775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9:43.708"/>
    </inkml:context>
    <inkml:brush xml:id="br0">
      <inkml:brushProperty name="width" value="0.025" units="cm"/>
      <inkml:brushProperty name="height" value="0.025" units="cm"/>
      <inkml:brushProperty name="color" value="#E71224"/>
    </inkml:brush>
  </inkml:definitions>
  <inkml:trace contextRef="#ctx0" brushRef="#br0">0 0 24575,'2'10'0,"0"-2"0,0 1 0,1 0 0,0 0 0,1-1 0,0 0 0,0 1 0,8 9 0,6 14 0,-15-24 0,1-1 0,-1 0 0,2-1 0,-1 1 0,1-1 0,0 1 0,1-2 0,-1 1 0,1 0 0,0-1 0,0 0 0,1-1 0,0 1 0,0-1 0,0-1 0,0 1 0,8 2 0,4-1 0,-1-1 0,1 0 0,0-1 0,0-1 0,38-2 0,81 6 0,243 41 0,-132-12 0,-168-29 0,109-6 0,-109-2 0,111 10 0,133 6 0,-48-16 0,289 4 0,-102 7 0,-231 1 0,-98-2 0,49 14 0,-124-13 0,102 4 0,295-5 0,-401-7 0,-20 0 0,0 1 0,41 8 0,-39-5 0,0-2 0,1-1 0,55-5 0,-6 0 0,174 1 0,263 4 0,-365 17 0,-126-15 0,44 11 0,-49-9 0,32 4 0,39 10 0,-35 1 0,-1 2 0,101 53 0,-131-57 0,-1 1 0,-1 2 0,0 2 0,-2 0 0,-1 2 0,30 35 0,51 53 0,-69-75 0,-2 1 0,46 63 0,-48-42 0,31 66 0,-28-50 0,-6-22 0,-24-41 0,0 0 0,-2 1 0,0 0 0,0 0 0,6 22 0,-9-5-1365,-4-25-5461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0:20.516"/>
    </inkml:context>
    <inkml:brush xml:id="br0">
      <inkml:brushProperty name="width" value="0.025" units="cm"/>
      <inkml:brushProperty name="height" value="0.025" units="cm"/>
      <inkml:brushProperty name="color" value="#E71224"/>
    </inkml:brush>
  </inkml:definitions>
  <inkml:trace contextRef="#ctx0" brushRef="#br0">0 1 24575,'1976'0'0,"-1727"20"0,8 0 0,1783-22 0,-1095 3 0,-915 2-1365,-19 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1:05.537"/>
    </inkml:context>
    <inkml:brush xml:id="br0">
      <inkml:brushProperty name="width" value="0.025" units="cm"/>
      <inkml:brushProperty name="height" value="0.025" units="cm"/>
      <inkml:brushProperty name="color" value="#E71224"/>
    </inkml:brush>
  </inkml:definitions>
  <inkml:trace contextRef="#ctx0" brushRef="#br0">0 1 24575,'1355'0'0,"-1168"13"0,1 1 0,55-16 0,230 3 0,-352 4 0,146 3 0,32-8-1365,-284 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2:38.227"/>
    </inkml:context>
    <inkml:brush xml:id="br0">
      <inkml:brushProperty name="width" value="0.025" units="cm"/>
      <inkml:brushProperty name="height" value="0.025" units="cm"/>
      <inkml:brushProperty name="color" value="#E71224"/>
    </inkml:brush>
  </inkml:definitions>
  <inkml:trace contextRef="#ctx0" brushRef="#br0">10829 1 24575,'-21'0'0,"1"2"0,0 0 0,0 1 0,0 1 0,0 1 0,1 0 0,0 2 0,0 0 0,0 2 0,1 0 0,1 0 0,-1 2 0,1 0 0,1 1 0,-22 21 0,19-17 0,-1-2 0,0 0 0,-1-2 0,-24 11 0,-45 29 0,55-30 0,0-2 0,-1-2 0,-1-1 0,-70 21 0,-45 27 0,30-12 0,109-49 0,1-1 0,0-1 0,-1 0 0,1 0 0,-17-1 0,-37 5 0,-24 12 0,24-6 0,-76 24 0,106-25 0,-1-2 0,-1-1 0,-65 4 0,-117-8 0,-38 3 0,163-2 0,-153-11 0,39-1 0,142 7 0,-345-10 0,75 5 0,189 7 0,100 0 0,-52 9 0,54-5 0,-62 1 0,-3095-10 0,1655 6 0,1472 1 0,-128 23 0,135-16 0,29-2 0,1 2 0,0 2 0,1 1 0,0 2 0,-42 25 0,35-14 0,2 3 0,0 1 0,-53 52 0,-3 2 0,33-36 0,-1-2 0,-3-3 0,-2-4 0,-88 37 0,60-37 0,-2-5 0,-178 38 0,107-27-1365,160-41-5461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4:40.179"/>
    </inkml:context>
    <inkml:brush xml:id="br0">
      <inkml:brushProperty name="width" value="0.025" units="cm"/>
      <inkml:brushProperty name="height" value="0.025" units="cm"/>
      <inkml:brushProperty name="color" value="#E71224"/>
    </inkml:brush>
  </inkml:definitions>
  <inkml:trace contextRef="#ctx0" brushRef="#br0">0 0 22992,'4763'0'0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4:51.112"/>
    </inkml:context>
    <inkml:brush xml:id="br0">
      <inkml:brushProperty name="width" value="0.025" units="cm"/>
      <inkml:brushProperty name="height" value="0.025" units="cm"/>
      <inkml:brushProperty name="color" value="#E71224"/>
    </inkml:brush>
  </inkml:definitions>
  <inkml:trace contextRef="#ctx0" brushRef="#br0">1 14 24575,'241'-13'0,"-137"13"-1365,-93 0-5461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4:57.080"/>
    </inkml:context>
    <inkml:brush xml:id="br0">
      <inkml:brushProperty name="width" value="0.025" units="cm"/>
      <inkml:brushProperty name="height" value="0.025" units="cm"/>
      <inkml:brushProperty name="color" value="#E71224"/>
    </inkml:brush>
  </inkml:definitions>
  <inkml:trace contextRef="#ctx0" brushRef="#br0">2 1 24575,'-1'31'0,"3"38"0,-1-65 0,0 1 0,1 0 0,-1-1 0,1 1 0,0-1 0,0 0 0,0 1 0,1-1 0,-1 0 0,1 0 0,0-1 0,5 6 0,-1-3 0,1 0 0,-1-1 0,1 0 0,0 0 0,1-1 0,-1 0 0,1 0 0,12 3 0,79 16 0,-81-19 0,64 10 0,153 7 0,87-22 0,-129-2 0,3654 3 0,-3828 2 0,0 0 0,-1 2 0,0 0 0,31 11 0,12 3 0,-27-11 0,0 3 0,-1 1 0,0 1 0,-1 2 0,0 1 0,-1 2 0,31 21 0,-55-33 0,0 1 0,0 0 0,-1 1 0,0 0 0,0 0 0,-1 0 0,0 1 0,10 16 0,7 17 0,29 68 0,-47-95 0,0-1 0,-1 1 0,0 0 0,-1 0 0,1 23 0,0-13 0,0 0 0,13 37 0,4 25 0,-12-5 0,-1 115 0,-5-51 0,10 112 0,-11-244 0,1-1 0,1 1 0,0-1 0,0 0 0,2 0 0,-1-1 0,1 1 0,1-1 0,11 14 0,-12-15 0,25 33-21,-21-31-203,-1 1 0,0 0 0,-1 0 0,0 1 0,6 18 0,-11-23-6602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9:37.135"/>
    </inkml:context>
    <inkml:brush xml:id="br0">
      <inkml:brushProperty name="width" value="0.025" units="cm"/>
      <inkml:brushProperty name="height" value="0.025" units="cm"/>
      <inkml:brushProperty name="color" value="#E71224"/>
    </inkml:brush>
  </inkml:definitions>
  <inkml:trace contextRef="#ctx0" brushRef="#br0">1 28 24575,'388'2'0,"397"-5"0,-635-10 0,28-1 0,1061 15 0,-1196 1 67,57 10-1,19 1-1564,-104-12-5328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9:59.593"/>
    </inkml:context>
    <inkml:brush xml:id="br0">
      <inkml:brushProperty name="width" value="0.025" units="cm"/>
      <inkml:brushProperty name="height" value="0.025" units="cm"/>
      <inkml:brushProperty name="color" value="#E71224"/>
    </inkml:brush>
  </inkml:definitions>
  <inkml:trace contextRef="#ctx0" brushRef="#br0">0 0 24159,'2315'0'0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0:02.824"/>
    </inkml:context>
    <inkml:brush xml:id="br0">
      <inkml:brushProperty name="width" value="0.025" units="cm"/>
      <inkml:brushProperty name="height" value="0.025" units="cm"/>
      <inkml:brushProperty name="color" value="#E71224"/>
    </inkml:brush>
  </inkml:definitions>
  <inkml:trace contextRef="#ctx0" brushRef="#br0">1 3 24575,'161'-3'0,"165"6"0,-269 7-1365,-46-8-5461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0:04.180"/>
    </inkml:context>
    <inkml:brush xml:id="br0">
      <inkml:brushProperty name="width" value="0.025" units="cm"/>
      <inkml:brushProperty name="height" value="0.025" units="cm"/>
      <inkml:brushProperty name="color" value="#E71224"/>
    </inkml:brush>
  </inkml:definitions>
  <inkml:trace contextRef="#ctx0" brushRef="#br0">36 1 24575,'-2'15'0,"1"-1"0,-2 1 0,0 0 0,-7 20 0,-6 29 0,16-63-2,0 0-1,-1 0 1,1-1-1,0 1 1,0 0-1,0 0 1,0 0-1,0 0 1,0 0-1,1 0 1,-1 0-1,0 0 1,0 0-1,1 0 1,-1 0-1,1 0 1,-1-1-1,1 1 1,-1 0-1,1 0 0,-1 0 1,1-1-1,-1 1 1,1 0-1,0-1 1,0 1-1,-1 0 1,1-1-1,0 1 1,0-1-1,1 1 1,0 0 17,1-1 1,-1 1-1,1-1 0,-1 1 1,1-1-1,-1 0 1,1 0-1,0 0 0,-1 0 1,1-1-1,-1 1 1,4-2-1,-4 2-66,1-1 0,-1 1-1,1-1 1,-1 0 0,1 1 0,-1-1 0,0 0-1,1-1 1,-1 1 0,0 0 0,0-1 0,0 1-1,0-1 1,0 0 0,-1 1 0,1-1-1,0 0 1,-1 0 0,1 0 0,-1 0 0,0-1-1,1 1 1,-1 0 0,0-1 0,-1 1 0,1 0-1,0-1 1,0-2 0,-3-3-6775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0:05.567"/>
    </inkml:context>
    <inkml:brush xml:id="br0">
      <inkml:brushProperty name="width" value="0.025" units="cm"/>
      <inkml:brushProperty name="height" value="0.025" units="cm"/>
      <inkml:brushProperty name="color" value="#E71224"/>
    </inkml:brush>
  </inkml:definitions>
  <inkml:trace contextRef="#ctx0" brushRef="#br0">37 77 24575,'7'0'0,"1"-1"0,-1 0 0,0 0 0,0-1 0,0 1 0,13-7 0,-18 8 0,0-1 0,-1 1 0,1-1 0,-1 0 0,1 0 0,-1 1 0,1-1 0,-1 0 0,1 0 0,-1 0 0,0-1 0,0 1 0,0 0 0,1 0 0,-1-1 0,0 1 0,0-1 0,-1 1 0,1-1 0,0 1 0,0-1 0,-1 1 0,1-1 0,-1 0 0,0 1 0,1-1 0,-1 0 0,0 0 0,0 1 0,0-1 0,0 0 0,0 1 0,0-1 0,-1-3 0,0 4 0,0 0 0,0 0 0,0 0 0,0 0 0,0 0 0,0 0 0,0 0 0,-1 0 0,1 1 0,0-1 0,0 0 0,-1 1 0,1-1 0,0 1 0,-1 0 0,1-1 0,-1 1 0,1 0 0,0 0 0,-1-1 0,1 1 0,-1 0 0,1 1 0,0-1 0,-1 0 0,1 0 0,-1 1 0,1-1 0,0 1 0,-1-1 0,1 1 0,0-1 0,-1 1 0,0 1 0,-5 0 0,1 1 0,-1 0 0,1 0 0,0 1 0,-11 8 0,14-9 11,-1 1 0,1 0 0,0 0 0,0 0 0,0 0 0,0 1-1,1-1 1,0 1 0,0-1 0,-2 9 0,3-11-47,1-1 0,0 1-1,0-1 1,-1 1 0,1-1 0,0 1-1,0-1 1,1 1 0,-1-1 0,0 0 0,0 1-1,1-1 1,-1 1 0,1-1 0,-1 0-1,1 1 1,0-1 0,-1 0 0,1 0 0,0 1-1,0-1 1,0 0 0,0 0 0,0 0-1,0 0 1,0 0 0,0 0 0,1 0 0,-1-1-1,0 1 1,1 0 0,-1-1 0,0 1 0,1-1-1,-1 1 1,0-1 0,1 0 0,-1 1-1,1-1 1,1 0 0,8 2-6790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0:06.802"/>
    </inkml:context>
    <inkml:brush xml:id="br0">
      <inkml:brushProperty name="width" value="0.025" units="cm"/>
      <inkml:brushProperty name="height" value="0.025" units="cm"/>
      <inkml:brushProperty name="color" value="#E71224"/>
    </inkml:brush>
  </inkml:definitions>
  <inkml:trace contextRef="#ctx0" brushRef="#br0">28 35 24575,'0'-2'0,"0"-3"0,-2-1 0,-3 1 0,-1-2 0,-2 2 0,2 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0:34.127"/>
    </inkml:context>
    <inkml:brush xml:id="br0">
      <inkml:brushProperty name="width" value="0.025" units="cm"/>
      <inkml:brushProperty name="height" value="0.025" units="cm"/>
      <inkml:brushProperty name="color" value="#E71224"/>
    </inkml:brush>
  </inkml:definitions>
  <inkml:trace contextRef="#ctx0" brushRef="#br0">4384 0 24575,'11'49'0,"-9"-44"0,0 0 0,-1 0 0,0 0 0,1 0 0,-2 0 0,1 0 0,0 0 0,-1 9 0,-1-12 0,0-1 0,1 1 0,-1 0 0,0-1 0,0 1 0,0-1 0,0 1 0,0-1 0,0 1 0,-1-1 0,1 0 0,0 1 0,-1-1 0,1 0 0,-1 0 0,1 0 0,-1 0 0,0 0 0,1-1 0,-1 1 0,0 0 0,0-1 0,1 1 0,-1-1 0,0 0 0,0 0 0,0 1 0,0-1 0,-3-1 0,-70 11 0,10-1 0,-81 0 0,83-10 0,-199-9 0,55-4 0,130 11 0,-101-16 0,-9-1 0,-20 21 0,-44-2 0,-56-12 0,-767 13 0,1058 0 0,1 2 0,-1 0 0,0 1 0,1 0 0,-1 2 0,1-1 0,0 2 0,1 0 0,-24 14 0,35-18 0,0 1 0,0 0 0,0 0 0,1 0 0,-1 0 0,1 0 0,0 1 0,0-1 0,0 1 0,0-1 0,1 1 0,-1 0 0,1 0 0,0-1 0,0 1 0,0 6 0,-3 73 0,3-25 0,-69 268 0,24-143 0,24-6 0,2-13 0,5-85 0,9-35 0,-3 1 0,-2-1 0,-30 78 0,-35 38 0,-126 196 0,-33 28 0,223-366 0,-6 9 0,-39 47 0,48-62 0,1-1 0,0 1 0,1 0 0,1 1 0,-9 22 0,-9 16 0,-3-2-682,-66 88-1,85-128-6143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2:40.762"/>
    </inkml:context>
    <inkml:brush xml:id="br0">
      <inkml:brushProperty name="width" value="0.025" units="cm"/>
      <inkml:brushProperty name="height" value="0.025" units="cm"/>
      <inkml:brushProperty name="color" value="#E71224"/>
    </inkml:brush>
  </inkml:definitions>
  <inkml:trace contextRef="#ctx0" brushRef="#br0">1 1 24575,'2'0'0,"3"0"0,3 0 0,3 0 0,1 0 0,1 0 0,0 0 0,1 0 0,0 0 0,0 0 0,-1 0 0,1 0 0,-1 0 0,0 0 0,-2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2:45.619"/>
    </inkml:context>
    <inkml:brush xml:id="br0">
      <inkml:brushProperty name="width" value="0.025" units="cm"/>
      <inkml:brushProperty name="height" value="0.025" units="cm"/>
      <inkml:brushProperty name="color" value="#E71224"/>
    </inkml:brush>
  </inkml:definitions>
  <inkml:trace contextRef="#ctx0" brushRef="#br0">0 0 24575,'2'15'0,"0"0"0,0 0 0,2-1 0,8 25 0,-11-37 0,0-1 0,1 1 0,-1 0 0,0-1 0,1 1 0,-1-1 0,1 1 0,-1-1 0,1 0 0,0 0 0,-1 0 0,1 1 0,0-2 0,0 1 0,0 0 0,0 0 0,0-1 0,0 1 0,0-1 0,0 1 0,0-1 0,4 0 0,55 0 0,-40-1 0,-19 1 0,356 9 0,-128 1 0,-57-4 0,-124-3 0,196 7 0,-113 2 0,-120-11 0,-9 0 0,-1 0 0,0-1 0,0 1 0,0 0 0,1 0 0,-1 0 0,0 0 0,0 1 0,0-1 0,0 1 0,-1-1 0,1 1 0,0-1 0,-1 1 0,1 0 0,-1 0 0,1 0 0,1 4 0,20 47 0,-7-16 0,-2-8 0,-1 1 0,11 37 0,-13-33 0,25 50 0,36 78 0,31 49 0,-78-166 0,54 73 0,159 164 0,-156-201 0,-55-57 0,-2 0 0,-1 2 0,-1 1 0,37 55 0,-3 16 0,82 196 0,-122-251-1365,-13-32-5461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3:58.636"/>
    </inkml:context>
    <inkml:brush xml:id="br0">
      <inkml:brushProperty name="width" value="0.025" units="cm"/>
      <inkml:brushProperty name="height" value="0.025" units="cm"/>
      <inkml:brushProperty name="color" value="#E71224"/>
    </inkml:brush>
  </inkml:definitions>
  <inkml:trace contextRef="#ctx0" brushRef="#br0">0 0 21389,'5332'0'0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4:54.054"/>
    </inkml:context>
    <inkml:brush xml:id="br0">
      <inkml:brushProperty name="width" value="0.025" units="cm"/>
      <inkml:brushProperty name="height" value="0.025" units="cm"/>
      <inkml:brushProperty name="color" value="#E71224"/>
    </inkml:brush>
  </inkml:definitions>
  <inkml:trace contextRef="#ctx0" brushRef="#br0">1 11 24575,'903'0'0,"-835"-6"0,-52 4 0,1 0 0,-1 2 0,0-1 0,18 3 0,135 14-100,238-9 1,-255-8-1067,-140 1-5660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4:58.051"/>
    </inkml:context>
    <inkml:brush xml:id="br0">
      <inkml:brushProperty name="width" value="0.025" units="cm"/>
      <inkml:brushProperty name="height" value="0.025" units="cm"/>
      <inkml:brushProperty name="color" value="#E71224"/>
    </inkml:brush>
  </inkml:definitions>
  <inkml:trace contextRef="#ctx0" brushRef="#br0">1 29 24575,'26'-1'0,"51"-10"0,6 0 0,543 5 0,-348 9 0,6043-3 0,-5970 13 0,20 1 0,-324-15 0,654 21 0,-36 13 0,-447-33-1365,-207 0-5461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39:30.294"/>
    </inkml:context>
    <inkml:brush xml:id="br0">
      <inkml:brushProperty name="width" value="0.025" units="cm"/>
      <inkml:brushProperty name="height" value="0.025" units="cm"/>
      <inkml:brushProperty name="color" value="#E71224"/>
    </inkml:brush>
  </inkml:definitions>
  <inkml:trace contextRef="#ctx0" brushRef="#br0">648 0 24195,'-648'1508'0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0:59.353"/>
    </inkml:context>
    <inkml:brush xml:id="br0">
      <inkml:brushProperty name="width" value="0.025" units="cm"/>
      <inkml:brushProperty name="height" value="0.025" units="cm"/>
      <inkml:brushProperty name="color" value="#E71224"/>
    </inkml:brush>
  </inkml:definitions>
  <inkml:trace contextRef="#ctx0" brushRef="#br0">0 0 24098,'6020'0'0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1:03.330"/>
    </inkml:context>
    <inkml:brush xml:id="br0">
      <inkml:brushProperty name="width" value="0.025" units="cm"/>
      <inkml:brushProperty name="height" value="0.025" units="cm"/>
      <inkml:brushProperty name="color" value="#E71224"/>
    </inkml:brush>
  </inkml:definitions>
  <inkml:trace contextRef="#ctx0" brushRef="#br0">224 0 24575,'41'75'0,"-24"-48"0,-2 1 0,-1 0 0,15 46 0,9 93 0,-38-163 0,0 0 0,0-1 0,0 1 0,0 0 0,-1 0 0,1-1 0,-1 1 0,0 0 0,0-1 0,-1 1 0,1-1 0,-1 1 0,1-1 0,-1 0 0,0 0 0,0 0 0,-1 0 0,1 0 0,-1 0 0,1 0 0,-1-1 0,-5 5 0,-10 7 0,0-1 0,-33 19 0,28-19 0,10-6 0,-1 0 0,1-2 0,-1 1 0,-27 5 0,-28 12 0,61-18-59,0-1-1,0 1 0,1 1 1,-9 7-1,7-5-1007,-1 1-5759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2:38.734"/>
    </inkml:context>
    <inkml:brush xml:id="br0">
      <inkml:brushProperty name="width" value="0.025" units="cm"/>
      <inkml:brushProperty name="height" value="0.025" units="cm"/>
      <inkml:brushProperty name="color" value="#E71224"/>
    </inkml:brush>
  </inkml:definitions>
  <inkml:trace contextRef="#ctx0" brushRef="#br0">0 0 23513,'7051'40'0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2:46.394"/>
    </inkml:context>
    <inkml:brush xml:id="br0">
      <inkml:brushProperty name="width" value="0.025" units="cm"/>
      <inkml:brushProperty name="height" value="0.025" units="cm"/>
      <inkml:brushProperty name="color" value="#E71224"/>
    </inkml:brush>
  </inkml:definitions>
  <inkml:trace contextRef="#ctx0" brushRef="#br0">4224 1 24575,'-9'1'0,"0"0"0,1 1 0,-1 0 0,1 0 0,0 1 0,0 0 0,0 1 0,0 0 0,1 0 0,-1 1 0,1-1 0,-7 7 0,3-3 0,1-1 0,-1 0 0,0-1 0,-24 9 0,-115 36 0,84-27 0,-1-2 0,-109 19 0,-120 11 0,-44 6 0,290-52 0,-141 24 0,-197 31 0,83-17 0,-162 28 0,443-69 0,-20 3 0,-67 17 0,100-19 0,-1-1 0,1 1 0,0 1 0,0 0 0,1 1 0,0 0 0,0 0 0,0 1 0,0 0 0,-15 17 0,11-5 0,1 1 0,1 1 0,1 0 0,1 0 0,1 1 0,1 1 0,-9 35 0,-10 25 0,-19 59 0,6 1 0,7 2 0,-20 203 0,32-121 0,-25 158 0,10-246 0,-81 202 0,116-341 0,-19 49 0,-2-1 0,-2-1 0,-2-1 0,-2-2 0,-55 67 0,15-34 0,-148 128 0,85-75 129,44-40-1623,77-81-5332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5:20.028"/>
    </inkml:context>
    <inkml:brush xml:id="br0">
      <inkml:brushProperty name="width" value="0.025" units="cm"/>
      <inkml:brushProperty name="height" value="0.025" units="cm"/>
      <inkml:brushProperty name="color" value="#E71224"/>
    </inkml:brush>
  </inkml:definitions>
  <inkml:trace contextRef="#ctx0" brushRef="#br0">0 0 24575,'794'0'-1365,"-783"0"-5461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7:33.367"/>
    </inkml:context>
    <inkml:brush xml:id="br0">
      <inkml:brushProperty name="width" value="0.025" units="cm"/>
      <inkml:brushProperty name="height" value="0.025" units="cm"/>
      <inkml:brushProperty name="color" value="#E71224"/>
    </inkml:brush>
  </inkml:definitions>
  <inkml:trace contextRef="#ctx0" brushRef="#br0">373 1 24575,'-79'-1'0,"-88"3"0,165-2 0,-1 0 0,1 0 0,0 1 0,-1-1 0,1 1 0,0-1 0,-1 1 0,1 0 0,0 0 0,0 0 0,0 0 0,0 1 0,0-1 0,0 0 0,0 1 0,0-1 0,1 1 0,-1 0 0,0 0 0,1 0 0,0-1 0,-1 1 0,1 1 0,0-1 0,-2 3 0,0 4 0,1 1 0,0-1 0,0 1 0,1 0 0,-1 10 0,-2 17 0,0 0 0,-1 43 0,-1 3 0,0 64 0,6-99 0,-3-1 0,-11 71 0,9-99 0,-9 59 0,13-71 0,0-1 0,1 0 0,0 0 0,0 0 0,0 1 0,1-1 0,0 0 0,0 0 0,3 9 0,-2-10 4,0-1 0,0 0 0,0 0 0,1 0 0,-1 0 0,1 0 0,0 0 0,0-1 1,1 0-1,-1 1 0,1-1 0,0 0 0,-1-1 0,1 1 0,0-1 0,1 1 0,-1-1 0,7 2 0,1-1-99,1-1 0,-1-1 0,1 0 0,-1 0 0,19-2-1,2 0-775,-22 1-5955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7:34.460"/>
    </inkml:context>
    <inkml:brush xml:id="br0">
      <inkml:brushProperty name="width" value="0.025" units="cm"/>
      <inkml:brushProperty name="height" value="0.025" units="cm"/>
      <inkml:brushProperty name="color" value="#E71224"/>
    </inkml:brush>
  </inkml:definitions>
  <inkml:trace contextRef="#ctx0" brushRef="#br0">1014 0 24575,'-4'2'0,"0"0"0,0 0 0,0 0 0,0 0 0,0 1 0,1-1 0,-1 1 0,1 0 0,0 0 0,0 1 0,0-1 0,0 0 0,-3 7 0,-3 1 0,-97 121 0,-112 185 0,135-191 0,-102 168 0,-37 54 0,178-282-682,-43 85-1,79-135-6143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8:54.446"/>
    </inkml:context>
    <inkml:brush xml:id="br0">
      <inkml:brushProperty name="width" value="0.025" units="cm"/>
      <inkml:brushProperty name="height" value="0.025" units="cm"/>
      <inkml:brushProperty name="color" value="#E71224"/>
    </inkml:brush>
  </inkml:definitions>
  <inkml:trace contextRef="#ctx0" brushRef="#br0">4186 1807 24575,'-1'8'0,"0"1"0,0-1 0,-1 1 0,0-1 0,-1 1 0,0-1 0,0 0 0,0 0 0,-1-1 0,-1 1 0,-8 12 0,-9 8 0,-38 39 0,38-44 0,-9 8 0,-2 0 0,-1-2 0,-2-2 0,0-1 0,-2-2 0,0-1 0,-2-2 0,0-2 0,-2-2 0,1-2 0,-86 20 0,3-9 0,-194 17 0,-132-29 0,266-15 0,1-8 0,-229-40 0,308 32 0,-65-15 0,144 25 0,0-1 0,1-1 0,0-1 0,-39-22 0,-112-64 0,110 63 0,1-2 0,-115-86 0,35-4 0,-241-268 0,309 298 0,5-4 0,-86-155 0,144 227 0,0-1 0,2 0 0,1 0 0,2-1 0,0-1 0,-6-55 0,10 38 0,2 1 0,2-1 0,10-80 0,-6 102 0,2-1 0,1 2 0,1-1 0,1 1 0,1 0 0,1 1 0,16-25 0,110-146 0,-112 161 0,-15 20-1365,-1 4-5461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8:55.588"/>
    </inkml:context>
    <inkml:brush xml:id="br0">
      <inkml:brushProperty name="width" value="0.025" units="cm"/>
      <inkml:brushProperty name="height" value="0.025" units="cm"/>
      <inkml:brushProperty name="color" value="#E71224"/>
    </inkml:brush>
  </inkml:definitions>
  <inkml:trace contextRef="#ctx0" brushRef="#br0">1 44 24575,'5'-1'0,"1"0"0,-1 0 0,1-1 0,-1 1 0,1-1 0,-1-1 0,0 1 0,7-5 0,-6 4 0,1 0 0,-1 0 0,1 0 0,-1 1 0,13-3 0,-1 3 0,1 0 0,0 2 0,0 0 0,24 4 0,-42-4 0,1 1 0,0-1 0,-1 1 0,1-1 0,-1 1 0,1 0 0,-1 0 0,0 0 0,1 0 0,-1 0 0,0 0 0,0 0 0,1 0 0,-1 0 0,0 1 0,0-1 0,0 0 0,-1 1 0,1-1 0,0 1 0,0-1 0,-1 1 0,1-1 0,-1 1 0,1 0 0,-1-1 0,0 1 0,1 2 0,-1 57 40,0-15-1445,3-37-5421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8:58.211"/>
    </inkml:context>
    <inkml:brush xml:id="br0">
      <inkml:brushProperty name="width" value="0.025" units="cm"/>
      <inkml:brushProperty name="height" value="0.025" units="cm"/>
      <inkml:brushProperty name="color" value="#E71224"/>
    </inkml:brush>
  </inkml:definitions>
  <inkml:trace contextRef="#ctx0" brushRef="#br0">1 14 24575,'2'0'0,"3"0"0,3 0 0,3 0 0,3 0 0,4 0 0,4 0 0,2 0 0,2 0 0,3 0 0,-1 0 0,-1 0 0,-3-3 0,-3 0 0,-2 0 0,-4 1 0,0 0 0,-4 1-8191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5:32.556"/>
    </inkml:context>
    <inkml:brush xml:id="br0">
      <inkml:brushProperty name="width" value="0.025" units="cm"/>
      <inkml:brushProperty name="height" value="0.025" units="cm"/>
      <inkml:brushProperty name="color" value="#E71224"/>
    </inkml:brush>
  </inkml:definitions>
  <inkml:trace contextRef="#ctx0" brushRef="#br0">9990 3691 24575,'0'2'0,"0"0"0,-1-1 0,1 1 0,-1 0 0,0 0 0,1 0 0,-1 0 0,0-1 0,0 1 0,0 0 0,0-1 0,0 1 0,-1-1 0,1 1 0,0-1 0,-1 1 0,1-1 0,-1 0 0,1 0 0,-1 0 0,0 0 0,1 0 0,-1 0 0,0 0 0,0-1 0,0 1 0,0-1 0,0 1 0,1-1 0,-1 0 0,0 1 0,-3-1 0,-10 1 0,-1 0 0,0 0 0,-16-3 0,14 2 0,-1220-2 0,981 16 0,-2220-14 0,2467 1 0,-1 1 0,1 0 0,0 1 0,0 0 0,0 1 0,0 0 0,1 0 0,-1 1 0,1 0 0,0 1 0,-8 6 0,6-4 0,-1 0 0,0-1 0,-1-1 0,1 0 0,-1 0 0,-14 3 0,-106 31 0,88-25 0,1 2 0,-80 41 0,1 1 0,-179 91 0,146-68 0,25-15 0,-237 114 0,313-156 0,-262 107 0,269-116 0,-1-2 0,-1-3 0,1-1 0,-93 5 0,-516-13 0,315-5 0,-738 3 0,1013-4 0,0-3 0,-104-24 0,83 13 0,17 2 0,1-4 0,-92-38 0,146 50 0,1 0 0,0-1 0,1-1 0,0-1 0,1 0 0,0 0 0,-20-23 0,-80-104 0,91 107 0,-72-95 0,6-5 0,-113-222 0,190 326 0,2-1 0,0-1 0,2 0 0,1 0 0,1 0 0,-2-40 0,4-183 0,6 154 0,-3-284 0,2-271 0,45 186 0,-2 62 0,-19 12 0,7-171 0,-20 335-1365,-12 212-5461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5:46.191"/>
    </inkml:context>
    <inkml:brush xml:id="br0">
      <inkml:brushProperty name="width" value="0.025" units="cm"/>
      <inkml:brushProperty name="height" value="0.025" units="cm"/>
      <inkml:brushProperty name="color" value="#E71224"/>
    </inkml:brush>
  </inkml:definitions>
  <inkml:trace contextRef="#ctx0" brushRef="#br0">1 1 24575,'760'0'-1365,"-740"0"-5461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07:29.185"/>
    </inkml:context>
    <inkml:brush xml:id="br0">
      <inkml:brushProperty name="width" value="0.025" units="cm"/>
      <inkml:brushProperty name="height" value="0.025" units="cm"/>
      <inkml:brushProperty name="color" value="#E71224"/>
    </inkml:brush>
  </inkml:definitions>
  <inkml:trace contextRef="#ctx0" brushRef="#br0">0 1 24575,'7'0'0,"6"0"0,9 0 0,8 2 0,7 1 0,6 0 0,4-1 0,6 0 0,-2-1 0,-5-1 0,-8 0 0,-8 0 0,-10 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5:23.364"/>
    </inkml:context>
    <inkml:brush xml:id="br0">
      <inkml:brushProperty name="width" value="0.025" units="cm"/>
      <inkml:brushProperty name="height" value="0.025" units="cm"/>
      <inkml:brushProperty name="color" value="#E71224"/>
    </inkml:brush>
  </inkml:definitions>
  <inkml:trace contextRef="#ctx0" brushRef="#br0">0 7 24575,'37'1'-84,"-15"0"-236,-1-1-1,1-1 1,26-5 0,-40 4-6506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5:25.403"/>
    </inkml:context>
    <inkml:brush xml:id="br0">
      <inkml:brushProperty name="width" value="0.025" units="cm"/>
      <inkml:brushProperty name="height" value="0.025" units="cm"/>
      <inkml:brushProperty name="color" value="#E71224"/>
    </inkml:brush>
  </inkml:definitions>
  <inkml:trace contextRef="#ctx0" brushRef="#br0">0 968 24575,'3'-8'0,"-1"-1"0,1 0 0,0 0 0,1 1 0,0 0 0,0 0 0,1 0 0,0 0 0,1 0 0,9-10 0,0-2 0,2-6 0,19-41 0,8-13 0,84-155 0,-48 79 0,-11 16 0,-35 66 0,-3 14-1365,-26 51-5461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5:46.995"/>
    </inkml:context>
    <inkml:brush xml:id="br0">
      <inkml:brushProperty name="width" value="0.025" units="cm"/>
      <inkml:brushProperty name="height" value="0.025" units="cm"/>
      <inkml:brushProperty name="color" value="#E71224"/>
    </inkml:brush>
  </inkml:definitions>
  <inkml:trace contextRef="#ctx0" brushRef="#br0">0 18 24575,'573'-9'0,"501"9"0,-921-9-1365,-145 9-5461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5:49.436"/>
    </inkml:context>
    <inkml:brush xml:id="br0">
      <inkml:brushProperty name="width" value="0.025" units="cm"/>
      <inkml:brushProperty name="height" value="0.025" units="cm"/>
      <inkml:brushProperty name="color" value="#E71224"/>
    </inkml:brush>
  </inkml:definitions>
  <inkml:trace contextRef="#ctx0" brushRef="#br0">0 0 24575,'7'7'0,"1"-1"0,-1 1 0,1-2 0,0 1 0,1-1 0,-1 0 0,1-1 0,0 0 0,0 0 0,0-1 0,14 3 0,1-2 0,1-1 0,0-1 0,30-2 0,2493-2 0,-1291 4 0,-1241-1 0,0 2 0,0 0 0,-1 0 0,1 2 0,23 9 0,7 2 0,-20-5-1365,-19-9-5461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19:59.341"/>
    </inkml:context>
    <inkml:brush xml:id="br0">
      <inkml:brushProperty name="width" value="0.025" units="cm"/>
      <inkml:brushProperty name="height" value="0.025" units="cm"/>
      <inkml:brushProperty name="color" value="#E71224"/>
    </inkml:brush>
  </inkml:definitions>
  <inkml:trace contextRef="#ctx0" brushRef="#br0">1297 0 24575,'-118'6'0,"-170"29"0,179-19 0,-293 58 0,360-71 0,0-2 0,1-1 0,-1-3 0,1-1 0,-57-14 0,36 3-1365,50 13-5461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20:00.049"/>
    </inkml:context>
    <inkml:brush xml:id="br0">
      <inkml:brushProperty name="width" value="0.025" units="cm"/>
      <inkml:brushProperty name="height" value="0.025" units="cm"/>
      <inkml:brushProperty name="color" value="#E71224"/>
    </inkml:brush>
  </inkml:definitions>
  <inkml:trace contextRef="#ctx0" brushRef="#br0">94 1 24575,'-2'18'0,"-1"-1"0,-1 1 0,0 0 0,-1-1 0,-1 0 0,-11 22 0,-5 16 0,15-34-273,1 0 0,0 0 0,2 1 0,-3 41 0,6-44-6553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5:50.708"/>
    </inkml:context>
    <inkml:brush xml:id="br0">
      <inkml:brushProperty name="width" value="0.025" units="cm"/>
      <inkml:brushProperty name="height" value="0.025" units="cm"/>
      <inkml:brushProperty name="color" value="#E71224"/>
    </inkml:brush>
  </inkml:definitions>
  <inkml:trace contextRef="#ctx0" brushRef="#br0">15650 2040 24575,'1'1'0,"-1"0"0,1 0 0,0 0 0,0-1 0,-1 1 0,1 0 0,0 0 0,0 0 0,0-1 0,0 1 0,0 0 0,0-1 0,0 1 0,0-1 0,1 0 0,-1 1 0,0-1 0,0 0 0,2 1 0,28 7 0,-26-7 0,59 9 0,0-2 0,0-4 0,122-6 0,-54-1 0,-6 3 0,-1-6 0,0-5 0,146-33 0,230-107 0,-15-44 0,-315 112 0,18-8 0,15 19 0,-126 47 0,-1-3 0,134-69 0,-195 86 0,0 0 0,-1-1 0,0-1 0,-1 0 0,-1-1 0,0-1 0,0 0 0,-2 0 0,0-2 0,12-23 0,-19 30 0,0 0 0,-1 0 0,0 0 0,-1-1 0,0 1 0,-1-1 0,1-16 0,-7-77 0,5 93 0,-4-6 0,-1 0 0,0 1 0,-1-1 0,-1 1 0,0 1 0,-2-1 0,-14-21 0,13 20 0,-26-48 0,23 40 0,-1-1 0,-1 2 0,-1 0 0,-1 1 0,-1 0 0,-41-39 0,20 31 0,-2 2 0,0 1 0,-2 3 0,-1 1 0,-1 2 0,0 2 0,-2 2 0,-87-21 0,-44-12 0,107 28 0,-100-18 0,-220-19 0,236 47 0,-212 8 0,56 3 0,306 2 0,-506-13 0,-19 11 0,-502 5 0,814 2 0,-271 3 0,-614 5 0,832-1 0,-311 53 0,114-7 0,-122-44 0,163-10 0,-503 4 0,538-10 0,-8616 2-1365,8994 0-5461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6:33.130"/>
    </inkml:context>
    <inkml:brush xml:id="br0">
      <inkml:brushProperty name="width" value="0.025" units="cm"/>
      <inkml:brushProperty name="height" value="0.025" units="cm"/>
      <inkml:brushProperty name="color" value="#E71224"/>
    </inkml:brush>
  </inkml:definitions>
  <inkml:trace contextRef="#ctx0" brushRef="#br0">358 1798 24575,'-9'-313'0,"-64"-407"0,61 641 0,-35-124 0,35 165 0,-2 1 0,-2 1 0,-1 0 0,-1 1 0,-30-41 0,30 47 0,1-1 0,-20-50 0,33 68-341,0 0 0,1-1-1,-4-24 1,6 26-6485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46:34.608"/>
    </inkml:context>
    <inkml:brush xml:id="br0">
      <inkml:brushProperty name="width" value="0.025" units="cm"/>
      <inkml:brushProperty name="height" value="0.025" units="cm"/>
      <inkml:brushProperty name="color" value="#E71224"/>
    </inkml:brush>
  </inkml:definitions>
  <inkml:trace contextRef="#ctx0" brushRef="#br0">126 345 24575,'-2'-4'0,"-1"-4"0,-2-8 0,-3-7 0,-4-7 0,0-5 0,0-5 0,-3-3 0,-1 3 0,2 5 0,4 6 0,1 5 0,2 7-8191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1:35.565"/>
    </inkml:context>
    <inkml:brush xml:id="br0">
      <inkml:brushProperty name="width" value="0.025" units="cm"/>
      <inkml:brushProperty name="height" value="0.025" units="cm"/>
      <inkml:brushProperty name="color" value="#E71224"/>
    </inkml:brush>
  </inkml:definitions>
  <inkml:trace contextRef="#ctx0" brushRef="#br0">0 9 24575,'121'2'0,"123"-4"0,-61-7 0,-77 9-1365,-99 0-5461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1:53.501"/>
    </inkml:context>
    <inkml:brush xml:id="br0">
      <inkml:brushProperty name="width" value="0.025" units="cm"/>
      <inkml:brushProperty name="height" value="0.025" units="cm"/>
      <inkml:brushProperty name="color" value="#E71224"/>
    </inkml:brush>
  </inkml:definitions>
  <inkml:trace contextRef="#ctx0" brushRef="#br0">4910 384 24575,'-1'-4'0,"0"0"0,0 1 0,0-1 0,0 1 0,0-1 0,-1 1 0,0 0 0,1 0 0,-1-1 0,0 1 0,-1 0 0,1 1 0,-1-1 0,1 0 0,-1 1 0,0-1 0,-5-3 0,-58-36 0,60 39 0,-52-25 0,-1 3 0,0 2 0,-77-18 0,134 41 0,-59-18 0,-1 3 0,-74-9 0,-34 2 0,-98-7 0,64 8 0,5 0 0,159 19 0,-294-8 0,-1543 10 0,1808 4 0,0 3 0,-77 18 0,92-15 0,-67 11 0,-4 1 0,33-5 0,65-11 0,0 2 0,1 0 0,0 2 0,0 1 0,-31 19 0,44-23 0,-1 0 0,0 0 0,1 2 0,0 0 0,0 0 0,1 1 0,1 1 0,-1 0 0,2 0 0,0 1 0,0 1 0,-15 24 0,11-13 0,1-1 0,1 2 0,1 0 0,1 1 0,1-1 0,1 2 0,2-1 0,0 1 0,2 0 0,1 0 0,1 50 0,2-42 0,0-3 0,0-1 0,3 1 0,8 42 0,-10-65 0,2-1 0,-1 1 0,1-1 0,0 0 0,1 0 0,0 0 0,0-1 0,1 1 0,0-1 0,0 0 0,1 0 0,0-1 0,0 0 0,0 0 0,1 0 0,0-1 0,9 6 0,50 24 0,1-2 0,2-3 0,1-3 0,80 19 0,299 44 0,70-8-1365,-506-80-5461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1:56.497"/>
    </inkml:context>
    <inkml:brush xml:id="br0">
      <inkml:brushProperty name="width" value="0.025" units="cm"/>
      <inkml:brushProperty name="height" value="0.025" units="cm"/>
      <inkml:brushProperty name="color" value="#E71224"/>
    </inkml:brush>
  </inkml:definitions>
  <inkml:trace contextRef="#ctx0" brushRef="#br0">0 13 23209,'1574'-13'0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2:02.262"/>
    </inkml:context>
    <inkml:brush xml:id="br0">
      <inkml:brushProperty name="width" value="0.025" units="cm"/>
      <inkml:brushProperty name="height" value="0.025" units="cm"/>
      <inkml:brushProperty name="color" value="#E71224"/>
    </inkml:brush>
  </inkml:definitions>
  <inkml:trace contextRef="#ctx0" brushRef="#br0">0 27 23706,'1522'-27'0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1:16.886"/>
    </inkml:context>
    <inkml:brush xml:id="br0">
      <inkml:brushProperty name="width" value="0.025" units="cm"/>
      <inkml:brushProperty name="height" value="0.025" units="cm"/>
      <inkml:brushProperty name="color" value="#E71224"/>
    </inkml:brush>
  </inkml:definitions>
  <inkml:trace contextRef="#ctx0" brushRef="#br0">1 0 24575,'2606'0'-1365,"-2593"0"-5461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1:19.266"/>
    </inkml:context>
    <inkml:brush xml:id="br0">
      <inkml:brushProperty name="width" value="0.025" units="cm"/>
      <inkml:brushProperty name="height" value="0.025" units="cm"/>
      <inkml:brushProperty name="color" value="#E71224"/>
    </inkml:brush>
  </inkml:definitions>
  <inkml:trace contextRef="#ctx0" brushRef="#br0">0 33 24575,'308'-14'0,"1010"15"0,-1291-3-279,0-1 0,29-6-1,-48 7-247,9-1-6299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2:10.060"/>
    </inkml:context>
    <inkml:brush xml:id="br0">
      <inkml:brushProperty name="width" value="0.025" units="cm"/>
      <inkml:brushProperty name="height" value="0.025" units="cm"/>
      <inkml:brushProperty name="color" value="#E71224"/>
    </inkml:brush>
  </inkml:definitions>
  <inkml:trace contextRef="#ctx0" brushRef="#br0">5741 0 24575,'4'1'0,"-1"1"0,1-1 0,-1 1 0,0 0 0,0 0 0,1 0 0,-1 0 0,-1 0 0,4 4 0,8 5 0,15 5 0,52 20 0,-27-13 0,-47-20 0,-1 0 0,1 0 0,0 1 0,-1 0 0,0 0 0,0 1 0,0-1 0,-1 1 0,0 1 0,0-1 0,0 1 0,0 0 0,-1 0 0,0 0 0,0 0 0,-1 1 0,1-1 0,-1 1 0,-1 0 0,0 0 0,0 1 0,0-1 0,-1 0 0,0 0 0,0 1 0,0-1 0,-1 1 0,-1-1 0,1 0 0,-1 1 0,0-1 0,-4 12 0,3-16 0,0 1 0,1-1 0,-2 0 0,1 0 0,0 0 0,-1 0 0,1 0 0,-1 0 0,0-1 0,0 0 0,0 1 0,0-1 0,0 0 0,-1 0 0,-4 2 0,-62 23 0,49-19 0,-33 8 0,0-2 0,-2-2 0,-61 5 0,7-8 0,-148-9 0,104-3 0,-328 16 0,152-15 0,-400 5 0,489 9 0,-155 2 0,334-15 0,0 3 0,0 2 0,-82 17 0,-81 14 0,4-1 0,-88 17 0,125-23 0,-126 19 0,291-44 0,-285 38 0,221-28 0,61-8 0,0-1 0,-30 0 0,-167 9 0,-62 0 0,109 1 0,1-14-1365,160 0-5461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2:13.555"/>
    </inkml:context>
    <inkml:brush xml:id="br0">
      <inkml:brushProperty name="width" value="0.025" units="cm"/>
      <inkml:brushProperty name="height" value="0.025" units="cm"/>
      <inkml:brushProperty name="color" value="#E71224"/>
    </inkml:brush>
  </inkml:definitions>
  <inkml:trace contextRef="#ctx0" brushRef="#br0">0 0 21389,'899'0'0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2:59.828"/>
    </inkml:context>
    <inkml:brush xml:id="br0">
      <inkml:brushProperty name="width" value="0.025" units="cm"/>
      <inkml:brushProperty name="height" value="0.025" units="cm"/>
      <inkml:brushProperty name="color" value="#E71224"/>
    </inkml:brush>
  </inkml:definitions>
  <inkml:trace contextRef="#ctx0" brushRef="#br0">0 0 24323,'2196'1204'0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4:04.094"/>
    </inkml:context>
    <inkml:brush xml:id="br0">
      <inkml:brushProperty name="width" value="0.025" units="cm"/>
      <inkml:brushProperty name="height" value="0.025" units="cm"/>
      <inkml:brushProperty name="color" value="#E71224"/>
    </inkml:brush>
  </inkml:definitions>
  <inkml:trace contextRef="#ctx0" brushRef="#br0">0 26 23421,'939'-26'0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4:10.690"/>
    </inkml:context>
    <inkml:brush xml:id="br0">
      <inkml:brushProperty name="width" value="0.025" units="cm"/>
      <inkml:brushProperty name="height" value="0.025" units="cm"/>
      <inkml:brushProperty name="color" value="#E71224"/>
    </inkml:brush>
  </inkml:definitions>
  <inkml:trace contextRef="#ctx0" brushRef="#br0">1 1 24575,'0'3'0,"0"0"0,1 0 0,-1 0 0,1 0 0,0 0 0,0 0 0,0-1 0,0 1 0,0 0 0,1 0 0,-1-1 0,1 1 0,0-1 0,0 1 0,0-1 0,0 0 0,0 0 0,0 0 0,0 0 0,1 0 0,-1 0 0,1-1 0,0 1 0,-1-1 0,1 0 0,0 0 0,0 0 0,0 0 0,5 1 0,9 2 0,1-1 0,0 0 0,33-1 0,-37-1 0,666 2 0,-346-6 0,2497 3 0,-2785 3 0,83 15 0,-61-7 0,-9 0 0,74 24 0,-25-4 0,-51-20 0,-36-7 0,0 0 0,40 14 0,-54-15 0,-1 0 0,1 1 0,-1-1 0,0 1 0,0 0 0,0 1 0,-1-1 0,1 1 0,-1 0 0,0 1 0,-1-1 0,8 12 0,4 11 0,-2 0 0,-1 0 0,-1 2 0,-1-1 0,-2 2 0,-1-1 0,-1 1 0,-2 0 0,-1 0 0,-2 1 0,-1 47 0,-14 251 0,22-159 0,-7-148 0,-1-6 0,1 0 0,1 0 0,0 0 0,1 0 0,1-1 0,0 1 0,1-1 0,1 0 0,1-1 0,0 0 0,15 22 0,-1-6 0,-11-15 0,-1-1 0,2 0 0,0 0 0,1-1 0,0-1 0,1 0 0,31 22 0,-34-28-99,-2-1-16,1 0 0,-1 0 0,1 0 0,1-1 0,-1-1 0,1 0-1,-1 0 1,1-1 0,0 0 0,21 2 0,-21-5-6711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4:54.379"/>
    </inkml:context>
    <inkml:brush xml:id="br0">
      <inkml:brushProperty name="width" value="0.025" units="cm"/>
      <inkml:brushProperty name="height" value="0.025" units="cm"/>
      <inkml:brushProperty name="color" value="#E71224"/>
    </inkml:brush>
  </inkml:definitions>
  <inkml:trace contextRef="#ctx0" brushRef="#br0">1 7 24575,'0'2'0,"0"-1"0,0 1 0,1-1 0,-1 1 0,1-1 0,-1 1 0,1-1 0,0 1 0,0-1 0,-1 0 0,1 1 0,0-1 0,0 0 0,0 0 0,2 2 0,-3-4 0,0 1 0,0 0 0,-1 0 0,1-1 0,0 1 0,0 0 0,0-1 0,0 1 0,0 0 0,0 0 0,0-1 0,0 1 0,0 0 0,0 0 0,1-1 0,-1 1 0,0 0 0,0 0 0,0-1 0,0 1 0,0 0 0,0 0 0,0 0 0,1-1 0,-1 1 0,0 0 0,0 0 0,0 0 0,1-1 0,-1 1 0,0 0 0,0 0 0,0 0 0,1 0 0,-1 0 0,0 0 0,0-1 0,1 1 0,-1 0 0,0 0 0,0 0 0,1 0 0,-1 0 0,0 0 0,1 0 0,-1 0 0,0 0 0,0 0 0,1 0 0,-1 0 0,0 0 0,0 0 0,1 1 0,-1-1 0,0 0 0,0 0 0,0 0 0,1 0 0,-1 0 0,0 0 0,0 1 0,1-1 0,-1 0 0,0 0 0,0 0 0,0 0 0,0 0 0,0 0 0,0 0 0,0 0 0,0 0 0,0-1 0,0 1 0,0 0 0,0 0 0,0 0 0,0 0 0,0 0 0,0 0 0,0 0 0,0-1 0,0 1 0,0 0 0,0 0 0,-1 0 0,1 0 0,0 0 0,0 0 0,0 0 0,0 0 0,0-1 0,0 1 0,0 0 0,0 0 0,-1 0 0,1 0 0,0 0 0,0 0 0,0 0 0,0 0 0,0 0 0,0 0 0,-1 0 0,1 0 0,0 0 0,0 0 0,0 0 0,0 0 0,0 0 0,0 0 0,-1 0 0,1 0 0,0 0 0,0 0 0,0 0 0,0 0 0,0 0 0,0 0 0,0 1 0,-1-1 0,1 0 0,0 0 0,0 0 0,-7 9 0,7-9 0,-1 0 0,1 1 0,0-1 0,0 0 0,0 1 0,-1-1 0,1 0 0,0 1 0,0-1 0,0 0 0,0 1 0,0-1 0,0 1 0,0-1 0,0 0 0,0 1 0,0-1 0,0 0 0,0 1 0,0-1 0,0 1 0,0-1 0,0 0 0,0 1 0,0-1 0,1 0 0,-1 1 0,0-1 0,0 0 0,0 1 0,1-1 0,-1 0 0,0 1 0,0-1 0,1 0 0,-1 0 0,0 1 0,0-1 0,1 0 0,-1 0 0,0 0 0,1 0 0,-1 1 0,1-1 0,-1 0 0,0 0 0,1 0 0,-1 0 0,0 0 0,1 0 0,-1 0 0,0 0 0,1 0 0,-1 0 0,1 0 0,-1 0 0,0 0 0,1 0 0,-1 0 0,0 0 0,1 0 0,-1-1 0,0 1 0,1 0 0,-1 0 0,0 0 0,1-1 0,-1 1 0,1 0 0,0-1 0,0 1 0,0 0 0,0-1 0,-1 1 0,1 0 0,0-1 0,0 1 0,-1-1 0,1 1 0,0-1 0,-1 0 0,1 1 0,-1-1 0,1 0 0,-1 1 0,1-1 0,-1 0 0,1 0 0,-1 1 0,1-1 0,-1 0 0,0 0 0,0 0 0,1 1 0,-1-1 0,0 0 0,0 0 0,0 0 0,0 0 0,0 0 0,0 0 0,0 1 0,0-1 0,0 0 0,-1 0 0,1 0 0,0 0 0,0 1 0,-1-1 0,1 0 0,-1 0 0,1 0 0,-1 1 0,1-1 0,-1 0 0,0 0 0,0 0 0,1 0 0,-1 1 0,1-1 0,-1 1 0,1-1 0,-1 1 0,1-1 0,-1 1 0,1-1 0,-1 1 0,0 0 0,1-1 0,-1 1 0,0 0 0,1-1 0,-1 1 0,0 0 0,0 0 0,1 0 0,-1 0 0,0 0 0,-1 0 0,1 0 0,1 0 0,-1 1 0,0-1 0,0 1 0,1-1 0,-1 1 0,0 0 0,0-1 0,1 1 0,-1 0 0,1-1 0,-1 1 0,1 0 0,-1 0 0,1-1 0,-1 1 0,1 0 0,0 0 0,-1 0 0,1 0 0,0 0 0,0 0 0,-1 0 0,1 1 0,0-1-28,0 1-1,0-1 1,0 0-1,0 0 1,0 1 0,0-1-1,0 0 1,0 0-1,0 1 1,0-1-1,1 0 1,-1 0-1,1 1 1,-1-1 0,1 0-1,-1 0 1,1 0-1,0 0 1,-1 0-1,1 0 1,0 0-1,0 0 1,0 0 0,0 0-1,0 0 1,0-1-1,0 1 1,0 0-1,0-1 1,0 1-1,0 0 1,0-1 0,1 0-1,-1 1 1,0-1-1,0 0 1,1 1-1,-1-1 1,0 0-1,0 0 1,1 0 0,-1 0-1,0 0 1,0 0-1,1-1 1,-1 1-1,2-1 1,3-4-6798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4:58.952"/>
    </inkml:context>
    <inkml:brush xml:id="br0">
      <inkml:brushProperty name="width" value="0.025" units="cm"/>
      <inkml:brushProperty name="height" value="0.025" units="cm"/>
      <inkml:brushProperty name="color" value="#E71224"/>
    </inkml:brush>
  </inkml:definitions>
  <inkml:trace contextRef="#ctx0" brushRef="#br0">111 13 24575,'-1'-1'0,"0"0"0,0 0 0,1 0 0,-1 0 0,0 1 0,0-1 0,0 0 0,0 0 0,0 1 0,0-1 0,0 0 0,0 1 0,0-1 0,0 1 0,0-1 0,-1 1 0,1 0 0,0 0 0,0-1 0,0 1 0,-1 0 0,1 0 0,0 0 0,0 0 0,-2 0 0,-33 0 0,34 0 0,0 1 0,0-1 0,0 1 0,-1 0 0,1-1 0,0 1 0,0 0 0,0 0 0,0 0 0,0 1 0,0-1 0,1 0 0,-1 1 0,0-1 0,1 1 0,-1 0 0,1-1 0,-1 1 0,1 0 0,0 0 0,0 0 0,0 0 0,0 0 0,0 0 0,0 0 0,1 1 0,-1-1 0,1 0 0,-1 0 0,1 0 0,0 1 0,0-1 0,0 0 0,0 0 0,0 1 0,1-1 0,-1 0 0,0 0 0,2 4 0,-1-2 0,-1 0 0,1-1 0,0 1 0,0 0 0,1 0 0,-1-1 0,1 1 0,0-1 0,-1 1 0,2-1 0,-1 0 0,0 1 0,1-1 0,-1 0 0,1-1 0,0 1 0,0 0 0,0-1 0,0 0 0,1 0 0,-1 0 0,7 3 0,-6-4 0,0-1 0,0 1 0,0-1 0,0 0 0,0 0 0,-1-1 0,1 1 0,0-1 0,0 0 0,0 0 0,0 0 0,-1 0 0,1-1 0,0 1 0,-1-1 0,0 0 0,1 0 0,3-4 0,-5 5 0,-1 0 0,1-1 0,-1 1 0,0-1 0,0 1 0,0-1 0,1 0 0,-2 0 0,1 1 0,0-1 0,0 0 0,0 0 0,-1 0 0,1 0 0,-1 0 0,0 0 0,1 0 0,-1 1 0,0-1 0,0 0 0,0 0 0,-1 0 0,1 0 0,0 0 0,-1 0 0,1 0 0,-1 0 0,0 0 0,1 0 0,-1 1 0,0-1 0,0 0 0,0 0 0,0 1 0,-1-1 0,1 1 0,-3-3 0,2 2 0,0 0 0,0 0 0,-1 1 0,1-1 0,0 1 0,-1 0 0,1 0 0,-1-1 0,0 2 0,1-1 0,-1 0 0,0 0 0,1 1 0,-1 0 0,0-1 0,0 1 0,0 0 0,1 0 0,-1 1 0,0-1 0,0 1 0,1-1 0,-1 1 0,0 0 0,-2 1 0,3-1 0,0-1 0,0 1 0,0 0 0,0 0 0,0 0 0,0 0 0,1 0 0,-1 0 0,0 0 0,1 1 0,-1-1 0,1 1 0,-1-1 0,1 1 0,0-1 0,0 1 0,0 0 0,0 0 0,0-1 0,0 1 0,0 0 0,0 0 0,1 0 0,-1 0 0,1 0 0,0 0 0,-1 0 0,1 0 0,0 0 0,0 0 0,0 1 0,0-1 0,1 0 0,0 2 0,-1-4 0,0 1 0,0 0 0,0-1 0,0 1 0,0-1 0,0 1 0,1 0 0,-1-1 0,0 1 0,0-1 0,1 1 0,-1-1 0,0 1 0,1-1 0,-1 1 0,0-1 0,1 1 0,-1-1 0,1 0 0,-1 1 0,1-1 0,-1 1 0,1-1 0,-1 0 0,1 0 0,0 1 0,-1-1 0,1 0 0,-1 0 0,1 0 0,-1 0 0,1 1 0,0-1 0,-1 0 0,2 0 0,-1-1 0,0 0 0,1 1 0,-1-1 0,0 1 0,0-1 0,0 0 0,0 0 0,0 0 0,0 0 0,0 0 0,0 0 0,0 0 0,0 0 0,1-2 0,-1 2 0,0 0 0,-1 0 0,1 1 0,0-1 0,-1 0 0,1 0 0,0 0 0,-1 0 0,1 0 0,-1 0 0,0 0 0,1 0 0,-1 0 0,0 0 0,0 0 0,1 0 0,-1 0 0,0 0 0,0 0 0,0 0 0,0 0 0,0 0 0,0 0 0,-1 0 0,1 0 0,0 0 0,-1 0 0,1 0 0,0 0 0,-1 0 0,1 0 0,-1 0 0,1 0 0,-1 0 0,0 0 0,1 0 0,-1 1 0,0-1 0,0 0 0,0 1 0,1-1 0,-1 0 0,-2 0 0,3 1 0,-1 0 0,1 0 0,0 0 0,-1 0 0,1 0 0,-1 0 0,1 0 0,-1 0 0,1 0 0,0 1 0,-1-1 0,1 0 0,-1 0 0,1 0 0,0 1 0,-1-1 0,1 0 0,0 0 0,-1 1 0,1-1 0,0 0 0,-1 1 0,1-1 0,0 0 0,0 1 0,-1-1 0,1 0 0,0 1 0,0-1 0,0 1 0,0-1 0,-1 0 0,1 1 0,0-1 0,0 1 0,0 0 0,2 22 0,-2-23 0,0 1 0,0 0 0,1 0 0,-1 0 0,0-1 0,1 1 0,-1 0 0,0-1 0,1 1 0,-1 0 0,1-1 0,-1 1 0,1 0 0,-1-1 0,1 1 0,0-1 0,-1 1 0,1-1 0,0 1 0,1 0 0,-1-1 0,0-1 0,-1 1 0,1 0 0,0 0 0,0-1 0,0 1 0,-1 0 0,1-1 0,0 1 0,0-1 0,-1 1 0,1-1 0,0 1 0,-1-1 0,1 0 0,-1 1 0,1-1 0,-1 0 0,1 1 0,-1-1 0,1 0 0,-1 0 0,0 0 0,1 1 0,-1-1 0,1-1 0,-1 1-59,1 0 0,-1 0-1,1-1 1,-1 1-1,0 0 1,1 0 0,-1 0-1,0 0 1,0 0 0,0-1-1,0 1 1,0 0 0,0 0-1,0 0 1,0 0-1,0-1 1,-1 1 0,1 0-1,0 0 1,-1 0 0,1 0-1,-2-2 1,-3-3-6767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5:05.647"/>
    </inkml:context>
    <inkml:brush xml:id="br0">
      <inkml:brushProperty name="width" value="0.025" units="cm"/>
      <inkml:brushProperty name="height" value="0.025" units="cm"/>
      <inkml:brushProperty name="color" value="#E71224"/>
    </inkml:brush>
  </inkml:definitions>
  <inkml:trace contextRef="#ctx0" brushRef="#br0">5652 517 24575,'-3'-1'0,"1"-1"0,0 0 0,0 0 0,0 0 0,0 0 0,0-1 0,0 1 0,0 0 0,1-1 0,0 1 0,-1-1 0,1 0 0,-1-3 0,-10-14 0,2 10 0,0 0 0,-1 0 0,0 1 0,-1 1 0,0 0 0,0 0 0,-18-7 0,-67-40 0,-34-17 0,112 63 0,0 1 0,-1 1 0,1 0 0,-39-6 0,-5 2 0,33 5 0,0 1 0,-44-1 0,46 6 0,-13 1 0,0-2 0,-47-8 0,-76-4 0,-106-31 0,119 17 0,12 2 0,-30-2 0,5 14 0,-42 0 0,-393 13 0,432-13 0,-1360 13 0,1474 4 0,0 3 0,0 2 0,1 2 0,-55 19 0,81-23 0,-250 82 0,248-80 0,1 2 0,0 1 0,1 1 0,0 1 0,-26 19 0,42-27 0,-8 5 0,0 1 0,1 0 0,1 1 0,0 1 0,1 0 0,0 2 0,1-1 0,-16 25 0,-5 16 0,3 2 0,-41 102 0,63-123 0,1 0 0,-5 47 0,6-30 0,1 4 0,3 1 0,6 92 0,1-41 0,-24 388 0,12-75 0,12-245 0,-3 653 0,15-622 0,-3-85 0,7 31 0,-10-94 0,3 94 0,-13 411 0,1-656 0,0 68 0,0 62 0,0 129 0,10 676 0,-6-386 0,-5-276 0,-12 92 0,13 840 0,0-1110 0,1 1 0,0-1 0,0 0 0,0 1 0,1-1 0,-1 0 0,1 0 0,1 0 0,-1 0 0,1 0 0,-1 0 0,1-1 0,1 1 0,-1-1 0,1 0 0,-1 0 0,1 0 0,1-1 0,-1 1 0,0-1 0,1 0 0,-1 0 0,10 4 0,11 4 0,0 0 0,1-2 0,42 9 0,-39-10 0,191 54-1365,-210-60-5461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5:57.084"/>
    </inkml:context>
    <inkml:brush xml:id="br0">
      <inkml:brushProperty name="width" value="0.025" units="cm"/>
      <inkml:brushProperty name="height" value="0.025" units="cm"/>
      <inkml:brushProperty name="color" value="#E71224"/>
    </inkml:brush>
  </inkml:definitions>
  <inkml:trace contextRef="#ctx0" brushRef="#br0">0 0 21389,'1729'0'0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6:01.600"/>
    </inkml:context>
    <inkml:brush xml:id="br0">
      <inkml:brushProperty name="width" value="0.025" units="cm"/>
      <inkml:brushProperty name="height" value="0.025" units="cm"/>
      <inkml:brushProperty name="color" value="#E71224"/>
    </inkml:brush>
  </inkml:definitions>
  <inkml:trace contextRef="#ctx0" brushRef="#br0">28 0 24575,'-28'2'0,"39"1"0,47 1 0,741-4-1365,-788 0-5461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6:39.161"/>
    </inkml:context>
    <inkml:brush xml:id="br0">
      <inkml:brushProperty name="width" value="0.025" units="cm"/>
      <inkml:brushProperty name="height" value="0.025" units="cm"/>
      <inkml:brushProperty name="color" value="#E71224"/>
    </inkml:brush>
  </inkml:definitions>
  <inkml:trace contextRef="#ctx0" brushRef="#br0">0 0 24575,'21'2'0,"-1"0"0,31 7 0,8 2 0,316 1-216,-278-12-933,-84 0-5677</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7:34.781"/>
    </inkml:context>
    <inkml:brush xml:id="br0">
      <inkml:brushProperty name="width" value="0.025" units="cm"/>
      <inkml:brushProperty name="height" value="0.025" units="cm"/>
      <inkml:brushProperty name="color" value="#E71224"/>
    </inkml:brush>
  </inkml:definitions>
  <inkml:trace contextRef="#ctx0" brushRef="#br0">1 9 24575,'140'-9'0,"11"10"-1365,-144-1-5461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7:37.914"/>
    </inkml:context>
    <inkml:brush xml:id="br0">
      <inkml:brushProperty name="width" value="0.025" units="cm"/>
      <inkml:brushProperty name="height" value="0.025" units="cm"/>
      <inkml:brushProperty name="color" value="#E71224"/>
    </inkml:brush>
  </inkml:definitions>
  <inkml:trace contextRef="#ctx0" brushRef="#br0">0 0 24575,'2748'0'0,"-2692"3"0,74 13 0,-74-8 0,69 2 0,624-11-1365,-741 1-5461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6:05.303"/>
    </inkml:context>
    <inkml:brush xml:id="br0">
      <inkml:brushProperty name="width" value="0.025" units="cm"/>
      <inkml:brushProperty name="height" value="0.025" units="cm"/>
      <inkml:brushProperty name="color" value="#E71224"/>
    </inkml:brush>
  </inkml:definitions>
  <inkml:trace contextRef="#ctx0" brushRef="#br0">3882 349 24575,'-4'-1'0,"0"0"0,1-1 0,-1 1 0,0-1 0,0 0 0,1 0 0,-6-5 0,-9-4 0,-31-9 0,-1 1 0,0 3 0,-88-16 0,-166-10 0,173 27 0,-125-14 0,-257-39 0,327 46 0,-337 1 0,161 13 0,283 4 0,-492-15 0,455 17 0,48-1 0,-107 10 0,167-5 0,-1 0 0,0 1 0,1 0 0,0 0 0,-1 1 0,1 0 0,1 0 0,-1 1 0,1 0 0,-1 0 0,2 1 0,-1 0 0,0 0 0,1 0 0,0 1 0,1 0 0,-7 10 0,-1 5 0,0-1 0,2 2 0,0-1 0,-14 48 0,12-21 0,1 2 0,3-1 0,-4 87 0,14 157 0,0-267 0,1 6 0,1 0 0,1 0 0,2 0 0,2 0 0,1-1 0,1 0 0,2-1 0,19 39 0,-18-49 0,1-1 0,1-1 0,1 0 0,29 27 0,81 60 0,-33-31 0,-68-53-227,0-2-1,2 0 1,1-2-1,0-1 1,47 21-1,-64-34-6598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6:06.938"/>
    </inkml:context>
    <inkml:brush xml:id="br0">
      <inkml:brushProperty name="width" value="0.025" units="cm"/>
      <inkml:brushProperty name="height" value="0.025" units="cm"/>
      <inkml:brushProperty name="color" value="#E71224"/>
    </inkml:brush>
  </inkml:definitions>
  <inkml:trace contextRef="#ctx0" brushRef="#br0">3159 293 24575,'-8'-1'0,"1"0"0,-1-1 0,1 0 0,0 0 0,0-1 0,0 0 0,-7-4 0,-18-7 0,-92-24 0,-240-42 0,-139 16 0,402 53 0,-1021-53 0,1055 64 0,-275 6 0,241 1 0,-138 27 0,148-19-1365,84-14-5461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6:08.710"/>
    </inkml:context>
    <inkml:brush xml:id="br0">
      <inkml:brushProperty name="width" value="0.025" units="cm"/>
      <inkml:brushProperty name="height" value="0.025" units="cm"/>
      <inkml:brushProperty name="color" value="#E71224"/>
    </inkml:brush>
  </inkml:definitions>
  <inkml:trace contextRef="#ctx0" brushRef="#br0">0 0 24575,'591'0'0,"-558"2"-455,0 1 0,47 10 0,-66-10-6371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6:54.743"/>
    </inkml:context>
    <inkml:brush xml:id="br0">
      <inkml:brushProperty name="width" value="0.025" units="cm"/>
      <inkml:brushProperty name="height" value="0.025" units="cm"/>
      <inkml:brushProperty name="color" value="#E71224"/>
    </inkml:brush>
  </inkml:definitions>
  <inkml:trace contextRef="#ctx0" brushRef="#br0">0 0 24575,'812'0'-1365,"-797"0"-5461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6:56.131"/>
    </inkml:context>
    <inkml:brush xml:id="br0">
      <inkml:brushProperty name="width" value="0.025" units="cm"/>
      <inkml:brushProperty name="height" value="0.025" units="cm"/>
      <inkml:brushProperty name="color" value="#E71224"/>
    </inkml:brush>
  </inkml:definitions>
  <inkml:trace contextRef="#ctx0" brushRef="#br0">0 0 24575,'3'0'0,"6"0"0,7 0 0,12 0 0,15 0 0,11 0 0,8 0 0,9 0 0,6 0 0,2 0 0,-5 0 0,-11 0 0,-13 0 0,-13 0 0,-12 0 0,-9 0 0,-5 0 0,-4 0-8191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7:03.154"/>
    </inkml:context>
    <inkml:brush xml:id="br0">
      <inkml:brushProperty name="width" value="0.025" units="cm"/>
      <inkml:brushProperty name="height" value="0.025" units="cm"/>
      <inkml:brushProperty name="color" value="#E71224"/>
    </inkml:brush>
  </inkml:definitions>
  <inkml:trace contextRef="#ctx0" brushRef="#br0">104 0 24575,'1'1'0,"0"-1"0,-1 1 0,1-1 0,0 1 0,-1-1 0,1 1 0,-1-1 0,1 1 0,-1 0 0,1-1 0,-1 1 0,1 0 0,-1 0 0,0-1 0,1 1 0,-1 0 0,0 0 0,0-1 0,1 1 0,-1 0 0,0 0 0,0-1 0,0 1 0,0 0 0,0 0 0,0 0 0,0 0 0,0-1 0,-1 1 0,1 0 0,0 0 0,0-1 0,-1 1 0,1 0 0,0 0 0,-2 1 0,-9 30 0,-84 162-1365,92-185-5461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7:04.818"/>
    </inkml:context>
    <inkml:brush xml:id="br0">
      <inkml:brushProperty name="width" value="0.025" units="cm"/>
      <inkml:brushProperty name="height" value="0.025" units="cm"/>
      <inkml:brushProperty name="color" value="#E71224"/>
    </inkml:brush>
  </inkml:definitions>
  <inkml:trace contextRef="#ctx0" brushRef="#br0">23 0 24575,'-17'53'0,"14"-22"0,2-13 0,0 1 0,1-1 0,3 29 0,10 38 0,2 130 0,3-12 0,-18-186-1365,0-10-5461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7:42.141"/>
    </inkml:context>
    <inkml:brush xml:id="br0">
      <inkml:brushProperty name="width" value="0.025" units="cm"/>
      <inkml:brushProperty name="height" value="0.025" units="cm"/>
      <inkml:brushProperty name="color" value="#E71224"/>
    </inkml:brush>
  </inkml:definitions>
  <inkml:trace contextRef="#ctx0" brushRef="#br0">1 1 24575,'-1'3'0,"1"0"0,0 0 0,0 0 0,0 0 0,1 0 0,-1 0 0,1 0 0,-1-1 0,1 1 0,0 0 0,0 0 0,0 0 0,0-1 0,1 1 0,-1 0 0,1-1 0,0 1 0,2 2 0,1-2 0,0 0 0,0 0 0,1-1 0,-1 0 0,0 0 0,1 0 0,0-1 0,-1 0 0,7 1 0,71 10 0,0-3 0,130-3 0,-50-4 0,233 6 0,-375-6 0,-1 1 0,0 1 0,35 11 0,-39-11 0,26 8 0,221 52 0,-220-55 0,74 26 0,-77-21 0,2-1 0,45 6 0,-57-12 0,1 1 0,32 13 0,-22-7 0,-37-13 0,393 136 0,-355-123 0,81 15 0,-9-4 0,8 13 0,130 61 0,-220-83 0,0 2 0,-2 0 0,31 26 0,-43-31 0,86 52-1365,-88-55-5461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8:08.327"/>
    </inkml:context>
    <inkml:brush xml:id="br0">
      <inkml:brushProperty name="width" value="0.025" units="cm"/>
      <inkml:brushProperty name="height" value="0.025" units="cm"/>
      <inkml:brushProperty name="color" value="#E71224"/>
    </inkml:brush>
  </inkml:definitions>
  <inkml:trace contextRef="#ctx0" brushRef="#br0">1 0 24575,'66'19'0,"1"-2"0,1-4 0,82 5 0,206-4 0,-329-14 0,1084 1 0,-511-3 0,-389 20 0,-119-7 0,403 62 0,-482-70 0,261 41 0,-201-34 0,94 24 0,-84-15 0,-1 4 0,-2 3 0,127 61 0,-102-25-1365,-100-59-5461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9:13.730"/>
    </inkml:context>
    <inkml:brush xml:id="br0">
      <inkml:brushProperty name="width" value="0.025" units="cm"/>
      <inkml:brushProperty name="height" value="0.025" units="cm"/>
      <inkml:brushProperty name="color" value="#E71224"/>
    </inkml:brush>
  </inkml:definitions>
  <inkml:trace contextRef="#ctx0" brushRef="#br0">0 0 21389,'3678'0'0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19:59:22.960"/>
    </inkml:context>
    <inkml:brush xml:id="br0">
      <inkml:brushProperty name="width" value="0.025" units="cm"/>
      <inkml:brushProperty name="height" value="0.025" units="cm"/>
      <inkml:brushProperty name="color" value="#E71224"/>
    </inkml:brush>
  </inkml:definitions>
  <inkml:trace contextRef="#ctx0" brushRef="#br0">1 1 24575,'0'19'0,"1"0"0,1-1 0,1 1 0,1 0 0,0-1 0,2 0 0,0 0 0,0 0 0,2-1 0,15 26 0,-8-21 0,0 0 0,1-2 0,1 0 0,1-1 0,0-1 0,2 0 0,0-1 0,1-2 0,0 0 0,30 15 0,-8-8 0,1-2 0,2-1 0,0-3 0,75 17 0,-90-25 0,-1 1 0,0 1 0,0 2 0,33 18 0,-2-2 0,2-4 0,0-2 0,78 17 0,-101-29 0,378 72 0,-156-37 0,-92-3 0,41 8 0,153 32 0,-223-46 0,168 22 0,120 7 0,-235-32 0,28 5 0,171 25 0,-132-24 0,72 9 0,262 35 0,-568-78 0,7 1 0,0 1 0,52 18 0,-77-20 0,0 0 0,0 0 0,-1 1 0,0 0 0,0 1 0,0 0 0,-1 0 0,0 0 0,0 1 0,5 9 0,11 15 0,20 42 0,-37-64 0,23 49 0,-3 2 0,-2 0 0,-3 2 0,-3 1 0,-2 0 0,6 70 0,-19-117-1365,-2-4-5461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1:12.188"/>
    </inkml:context>
    <inkml:brush xml:id="br0">
      <inkml:brushProperty name="width" value="0.025" units="cm"/>
      <inkml:brushProperty name="height" value="0.025" units="cm"/>
      <inkml:brushProperty name="color" value="#E71224"/>
    </inkml:brush>
  </inkml:definitions>
  <inkml:trace contextRef="#ctx0" brushRef="#br0">0 53 23842,'2682'-53'0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2:15.530"/>
    </inkml:context>
    <inkml:brush xml:id="br0">
      <inkml:brushProperty name="width" value="0.025" units="cm"/>
      <inkml:brushProperty name="height" value="0.025" units="cm"/>
      <inkml:brushProperty name="color" value="#E71224"/>
    </inkml:brush>
  </inkml:definitions>
  <inkml:trace contextRef="#ctx0" brushRef="#br0">0 0 22186,'829'0'0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2:19.682"/>
    </inkml:context>
    <inkml:brush xml:id="br0">
      <inkml:brushProperty name="width" value="0.025" units="cm"/>
      <inkml:brushProperty name="height" value="0.025" units="cm"/>
      <inkml:brushProperty name="color" value="#E71224"/>
    </inkml:brush>
  </inkml:definitions>
  <inkml:trace contextRef="#ctx0" brushRef="#br0">0 0 21389,'4428'0'0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2:24.215"/>
    </inkml:context>
    <inkml:brush xml:id="br0">
      <inkml:brushProperty name="width" value="0.025" units="cm"/>
      <inkml:brushProperty name="height" value="0.025" units="cm"/>
      <inkml:brushProperty name="color" value="#E71224"/>
    </inkml:brush>
  </inkml:definitions>
  <inkml:trace contextRef="#ctx0" brushRef="#br0">1626 1 24575,'-15'12'0,"-1"0"0,0-1 0,0-1 0,-1 0 0,-1-1 0,-20 7 0,-44 23 0,-84 46 0,61-30 0,27-15 0,-106 73 0,-15 43 0,-191 152 0,352-277 0,13-11 0,1 1 0,-32 35 0,34-30 0,14-18 0,-1 1 0,1 0 0,1 0 0,0 1 0,0 0 0,1 1 0,0-1 0,0 1 0,2 0 0,-1 0 0,1 1 0,-3 19 0,-8 63 0,7-54 0,-4 77 0,11-26 0,4 311 0,5-315 0,2 34 0,8 81 0,-19 931 0,19-900 0,-17 23 0,-3 191 0,-16-224 0,9-150 0,5-48 0,1 0 0,1 0 0,3 33 0,-1-56 0,0 0 0,1 0 0,0 0 0,-1 0 0,1 0 0,0-1 0,0 1 0,0 0 0,0-1 0,0 1 0,0 0 0,1-1 0,-1 1 0,0-1 0,1 0 0,-1 0 0,1 1 0,-1-1 0,1 0 0,0 0 0,0 0 0,-1-1 0,1 1 0,0 0 0,0-1 0,0 1 0,0-1 0,0 1 0,0-1 0,3 0 0,10 1 0,1 0 0,-1-1 0,18-2 0,2 0 0,106 10 65,58 0-1495,-185-8-5396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3:20.446"/>
    </inkml:context>
    <inkml:brush xml:id="br0">
      <inkml:brushProperty name="width" value="0.025" units="cm"/>
      <inkml:brushProperty name="height" value="0.025" units="cm"/>
      <inkml:brushProperty name="color" value="#E71224"/>
    </inkml:brush>
  </inkml:definitions>
  <inkml:trace contextRef="#ctx0" brushRef="#br0">1 19 24575,'78'-10'0,"-67"8"0,1-1 0,-1 2 0,1-1 0,-1 2 0,1 0 0,0 0 0,-1 1 0,1 0 0,11 3 0,37 7-1365,-45-10-5461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4:05.629"/>
    </inkml:context>
    <inkml:brush xml:id="br0">
      <inkml:brushProperty name="width" value="0.025" units="cm"/>
      <inkml:brushProperty name="height" value="0.025" units="cm"/>
      <inkml:brushProperty name="color" value="#E71224"/>
    </inkml:brush>
  </inkml:definitions>
  <inkml:trace contextRef="#ctx0" brushRef="#br0">1 1 24575,'0'2'0,"0"0"0,-1 1 0,1-1 0,0 0 0,1 1 0,-1-1 0,0 0 0,1 1 0,-1-1 0,1 0 0,0 0 0,0 0 0,0 1 0,0-1 0,0 0 0,0 0 0,0 0 0,1-1 0,-1 1 0,1 0 0,2 2 0,0-2 0,1 0 0,-1-1 0,1 1 0,0-1 0,-1 0 0,1 0 0,0-1 0,-1 1 0,11-1 0,13 1 0,142-3 0,-160 0 24,1 0 0,-1-1 1,1 0-1,13-7 0,-14 6-321,0 0-1,1 1 1,-1 0 0,15-2 0,-19 4-6529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5:31.429"/>
    </inkml:context>
    <inkml:brush xml:id="br0">
      <inkml:brushProperty name="width" value="0.025" units="cm"/>
      <inkml:brushProperty name="height" value="0.025" units="cm"/>
      <inkml:brushProperty name="color" value="#E71224"/>
    </inkml:brush>
  </inkml:definitions>
  <inkml:trace contextRef="#ctx0" brushRef="#br0">1 1 24575,'501'22'0,"-330"-18"-224,-128-4-917,-32 0-5685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5:44.755"/>
    </inkml:context>
    <inkml:brush xml:id="br0">
      <inkml:brushProperty name="width" value="0.025" units="cm"/>
      <inkml:brushProperty name="height" value="0.025" units="cm"/>
      <inkml:brushProperty name="color" value="#E71224"/>
    </inkml:brush>
  </inkml:definitions>
  <inkml:trace contextRef="#ctx0" brushRef="#br0">1 31 24575,'227'-12'0,"-148"8"0,-49 4 0,47-8 0,-41 4 9,0 2 0,66 3-1,-28 1-1399,-62-2-5435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6:23.824"/>
    </inkml:context>
    <inkml:brush xml:id="br0">
      <inkml:brushProperty name="width" value="0.025" units="cm"/>
      <inkml:brushProperty name="height" value="0.025" units="cm"/>
      <inkml:brushProperty name="color" value="#E71224"/>
    </inkml:brush>
  </inkml:definitions>
  <inkml:trace contextRef="#ctx0" brushRef="#br0">1 1 24575,'0'2'0,"2"1"0,1 2 0,0 2 0,-1 3 0,0 1 0,-1 2 0,-1 0 0,1 1 0,1 0 0,1-1 0,2 3 0,0 1 0,-1-1 0,0-1 0,-2 0 0,-1 0 0,0-4-8191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07:00.928"/>
    </inkml:context>
    <inkml:brush xml:id="br0">
      <inkml:brushProperty name="width" value="0.025" units="cm"/>
      <inkml:brushProperty name="height" value="0.025" units="cm"/>
      <inkml:brushProperty name="color" value="#E71224"/>
    </inkml:brush>
  </inkml:definitions>
  <inkml:trace contextRef="#ctx0" brushRef="#br0">228 1 24575,'-9'0'0,"0"0"0,1 1 0,-1-1 0,0 2 0,0-1 0,1 1 0,-1 1 0,-15 6 0,19-7 0,1 1 0,0 0 0,0 0 0,0 1 0,0-1 0,0 1 0,1 0 0,-1 0 0,1 0 0,0 0 0,1 0 0,-1 1 0,1-1 0,0 1 0,0 0 0,-2 7 0,-5 20 0,-7 51 0,-2 9 0,8-40 0,-7 90 0,14-117 0,-1 289 0,7-165 0,-3 473 0,1-613 0,0 1 0,0-1 0,1 0 0,1 0 0,-1 0 0,1 0 0,1 0 0,0 0 0,0-1 0,1 0 0,0 0 0,0 0 0,1 0 0,0-1 0,0 0 0,0 0 0,10 7 0,-5-5 0,0 0 0,1-1 0,0 0 0,0 0 0,1-2 0,0 1 0,0-2 0,1 0 0,0 0 0,24 4 0,6-5 0,1-2 0,62-4 0,-18-1 0,1278 3 0,-1325 3 0,0 1 0,56 13 0,5 1 0,13-5 0,135-1 0,-19-1 0,-190-8 0,126 23 0,8 3 0,-114-17 0,510 110 0,-440-92 0,62 4 0,-132-21 0,0 3 0,-2 3 0,100 44 0,-109-42 0,278 149 0,-128-60 0,-21-16 6,150 71-1377,-309-155-5455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2:49.632"/>
    </inkml:context>
    <inkml:brush xml:id="br0">
      <inkml:brushProperty name="width" value="0.025" units="cm"/>
      <inkml:brushProperty name="height" value="0.025" units="cm"/>
      <inkml:brushProperty name="color" value="#E71224"/>
    </inkml:brush>
  </inkml:definitions>
  <inkml:trace contextRef="#ctx0" brushRef="#br0">0 27 22625,'1469'-27'0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4:36.915"/>
    </inkml:context>
    <inkml:brush xml:id="br0">
      <inkml:brushProperty name="width" value="0.025" units="cm"/>
      <inkml:brushProperty name="height" value="0.025" units="cm"/>
      <inkml:brushProperty name="color" value="#E71224"/>
    </inkml:brush>
  </inkml:definitions>
  <inkml:trace contextRef="#ctx0" brushRef="#br0">1 3 24575,'223'-2'0,"234"5"0,-319 16 0,-99-11 0,1-3 0,53 2 0,218 6 0,-4 1 0,2811-15 0,-2842-12 0,-202 15 0,-41 1 0,0-2 0,0-2 0,0-1 0,50-9 0,-31 1 0,0 3 0,0 2 0,0 3 0,76 5 0,-16 0 0,86-3-1365,-185 0-5461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4:42.759"/>
    </inkml:context>
    <inkml:brush xml:id="br0">
      <inkml:brushProperty name="width" value="0.025" units="cm"/>
      <inkml:brushProperty name="height" value="0.025" units="cm"/>
      <inkml:brushProperty name="color" value="#E71224"/>
    </inkml:brush>
  </inkml:definitions>
  <inkml:trace contextRef="#ctx0" brushRef="#br0">0 0 21389,'3995'0'0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4:47.678"/>
    </inkml:context>
    <inkml:brush xml:id="br0">
      <inkml:brushProperty name="width" value="0.025" units="cm"/>
      <inkml:brushProperty name="height" value="0.025" units="cm"/>
      <inkml:brushProperty name="color" value="#E71224"/>
    </inkml:brush>
  </inkml:definitions>
  <inkml:trace contextRef="#ctx0" brushRef="#br0">0 1 24575,'2'2'0,"0"-1"0,0 1 0,0 0 0,0 0 0,0-1 0,0 0 0,0 1 0,1-1 0,-1 0 0,0 0 0,1 0 0,-1 0 0,3 0 0,0 1 0,232 77 0,-233-77 0,0 0 0,0 1 0,0-1 0,0 1 0,0 0 0,-1 1 0,0-1 0,1 0 0,-1 1 0,0 0 0,-1 0 0,1 0 0,-1 0 0,0 0 0,0 0 0,2 7 0,23 78 0,-24-77 0,9 53 0,-4 0 0,-2 0 0,-3 1 0,-7 70 0,3-21 0,3 171 0,-5 280 0,-2-501 0,-22 103 0,-16 26 0,26-112 0,-10 122 0,26-173 0,1 1 0,1-1 0,2 0 0,1 0 0,11 44 0,-7-42 0,-7-25 0,0-1 0,1 0 0,0 0 0,0 0 0,5 10 0,-5-14 0,0 0 0,0-1 0,1 1 0,-1 0 0,0-1 0,1 1 0,0-1 0,-1 0 0,1 0 0,0 0 0,0 0 0,0-1 0,0 1 0,1-1 0,3 2 0,20 5-455,0 0 0,44 5 0,-62-12-6371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6:25.345"/>
    </inkml:context>
    <inkml:brush xml:id="br0">
      <inkml:brushProperty name="width" value="0.025" units="cm"/>
      <inkml:brushProperty name="height" value="0.025" units="cm"/>
      <inkml:brushProperty name="color" value="#E71224"/>
    </inkml:brush>
  </inkml:definitions>
  <inkml:trace contextRef="#ctx0" brushRef="#br0">0 169 24575,'4'-3'0,"-1"1"0,1-1 0,0 1 0,0 0 0,0 0 0,0 0 0,0 0 0,0 1 0,6-2 0,-5 2 0,0 0 0,0-1 0,0 0 0,0 0 0,0 0 0,-1-1 0,8-4 0,-8 2-2,-1 1 1,0-1-1,1 0 0,-1-1 0,-1 1 0,1 0 0,-1-1 0,0 0 1,0 1-1,-1-1 0,0 0 0,0 0 0,0-11 0,5-17-1337,-4 28-5487</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7:40.378"/>
    </inkml:context>
    <inkml:brush xml:id="br0">
      <inkml:brushProperty name="width" value="0.025" units="cm"/>
      <inkml:brushProperty name="height" value="0.025" units="cm"/>
      <inkml:brushProperty name="color" value="#E71224"/>
    </inkml:brush>
  </inkml:definitions>
  <inkml:trace contextRef="#ctx0" brushRef="#br0">0 0 23841,'2077'27'0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7:47.809"/>
    </inkml:context>
    <inkml:brush xml:id="br0">
      <inkml:brushProperty name="width" value="0.025" units="cm"/>
      <inkml:brushProperty name="height" value="0.025" units="cm"/>
      <inkml:brushProperty name="color" value="#E71224"/>
    </inkml:brush>
  </inkml:definitions>
  <inkml:trace contextRef="#ctx0" brushRef="#br0">0 0 22663,'1084'26'0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7:53.316"/>
    </inkml:context>
    <inkml:brush xml:id="br0">
      <inkml:brushProperty name="width" value="0.025" units="cm"/>
      <inkml:brushProperty name="height" value="0.025" units="cm"/>
      <inkml:brushProperty name="color" value="#E71224"/>
    </inkml:brush>
  </inkml:definitions>
  <inkml:trace contextRef="#ctx0" brushRef="#br0">0 0 24207,'10094'13'0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18:15.963"/>
    </inkml:context>
    <inkml:brush xml:id="br0">
      <inkml:brushProperty name="width" value="0.025" units="cm"/>
      <inkml:brushProperty name="height" value="0.025" units="cm"/>
      <inkml:brushProperty name="color" value="#E71224"/>
    </inkml:brush>
  </inkml:definitions>
  <inkml:trace contextRef="#ctx0" brushRef="#br0">0 0 24575,'1'7'0,"0"0"0,1 0 0,-1 0 0,1 0 0,1 0 0,-1-1 0,1 1 0,0-1 0,1 0 0,-1 0 0,1 0 0,1 0 0,-1-1 0,7 7 0,-1-2 0,0 0 0,1-1 0,-1 0 0,2-1 0,-1 0 0,17 8 0,15 0 0,0-2 0,1-2 0,0-1 0,49 4 0,-64-10 0,110 20 0,172 24 0,-152-23 0,-136-21 0,-1 0 0,1 2 0,-1 0 0,-1 1 0,1 2 0,-2 0 0,38 24 0,-51-29 0,0 0 0,-1 0 0,1 0 0,-1 1 0,-1 0 0,1 0 0,-1 1 0,0-1 0,0 1 0,-1 0 0,1 1 0,-2-1 0,1 1 0,-1-1 0,0 1 0,3 15 0,-3-1 0,0 0 0,-1 1 0,-1-1 0,-1 0 0,-4 26 0,0-23 0,-1 1 0,-1 0 0,-11 30 0,8-31 0,1 1 0,2 0 0,-4 29 0,-9 51 0,8-51 0,-9 42 0,-9 58 0,-2 8 0,25-121 0,-1 7 0,-3 88 0,9-71 0,-3 0 0,-12 68 0,3 23 0,10-94 0,0 17 0,3 1 0,3 0 0,4-1 0,21 97 0,18 52 0,-41-201 0,0 0 0,0 39 0,-3-38 0,1 1 0,7 33 0,5-5 0,32 82 0,-37-118 0,0 1 0,2-1 0,0-1 0,1 0 0,1-1 0,24 26 0,-11-20 0,47 34 0,-38-31 0,23 7 106,-45-29-473,-2 0-1,1 1 0,13 11 0,-20-13-6458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1:15.332"/>
    </inkml:context>
    <inkml:brush xml:id="br0">
      <inkml:brushProperty name="width" value="0.025" units="cm"/>
      <inkml:brushProperty name="height" value="0.025" units="cm"/>
      <inkml:brushProperty name="color" value="#E71224"/>
    </inkml:brush>
  </inkml:definitions>
  <inkml:trace contextRef="#ctx0" brushRef="#br0">27 90 24575,'1'0'0,"1"-1"0,-1 1 0,0-1 0,0 0 0,0 1 0,1-1 0,-1 0 0,0 0 0,0 0 0,0 0 0,0 0 0,0 0 0,-1 0 0,1 0 0,0 0 0,0 0 0,-1-1 0,1 1 0,-1 0 0,1 0 0,-1-1 0,1 1 0,-1 0 0,0-1 0,0 1 0,1-3 0,1-35 0,-2 38 0,0 0 0,0 0 0,0 0 0,0 1 0,0-1 0,0 0 0,0 0 0,-1 1 0,1-1 0,0 0 0,-1 0 0,1 1 0,0-1 0,-1 0 0,1 1 0,-1-1 0,1 0 0,-1 1 0,1-1 0,-1 1 0,1-1 0,-1 1 0,0-1 0,1 1 0,-1-1 0,0 1 0,1 0 0,-1-1 0,0 1 0,0 0 0,1-1 0,-1 1 0,0 0 0,0 0 0,1 0 0,-1 0 0,0 0 0,0 0 0,0 0 0,1 0 0,-1 0 0,0 0 0,0 0 0,1 1 0,-1-1 0,-1 1 0,0 0 0,0 0 0,1 0 0,-1 0 0,0 1 0,1-1 0,-1 1 0,1-1 0,0 1 0,-1 0 0,1-1 0,0 1 0,0 0 0,0 0 0,0 0 0,0-1 0,1 1 0,-2 3 0,2-3 0,0 1 0,0-1 0,0 0 0,0 1 0,0-1 0,0 1 0,1-1 0,-1 0 0,1 1 0,0-1 0,0 0 0,0 1 0,0-1 0,0 0 0,0 0 0,0 0 0,3 3 0,-3-4 0,0 0 0,-1 0 0,1-1 0,0 1 0,0 0 0,0-1 0,0 1 0,0-1 0,0 1 0,0-1 0,-1 1 0,1-1 0,1 0 0,-1 1 0,0-1 0,0 0 0,0 0 0,0 0 0,0 0 0,0 0 0,0 0 0,0 0 0,0 0 0,0 0 0,0 0 0,0-1 0,0 1 0,0 0 0,0-1 0,0 1 0,0-1 0,0 1 0,0-1 0,0 1 0,0-1 0,-1 0 0,1 1 0,0-1 0,0 0 0,-1 0 0,1 0 0,1-1 0,10-29 0,-12 30 0,0 0 0,1 0 0,-1 0 0,0 0 0,0 1 0,0-1 0,0 0 0,0 0 0,0 0 0,0 0 0,0 1 0,0-1 0,0 0 0,0 0 0,0 0 0,-1 0 0,1 1 0,0-1 0,-1 0 0,1 0 0,-1 1 0,1-1 0,-1 0 0,1 0 0,-1 1 0,1-1 0,-1 1 0,1-1 0,-1 0 0,0 1 0,1-1 0,-1 1 0,0 0 0,0-1 0,-1 0 0,-3 3-1365,0 1-5461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1:18.881"/>
    </inkml:context>
    <inkml:brush xml:id="br0">
      <inkml:brushProperty name="width" value="0.025" units="cm"/>
      <inkml:brushProperty name="height" value="0.025" units="cm"/>
      <inkml:brushProperty name="color" value="#E71224"/>
    </inkml:brush>
  </inkml:definitions>
  <inkml:trace contextRef="#ctx0" brushRef="#br0">0 1 24575,'82'4'0,"144"26"0,27 2 0,-219-28 0,59 13 0,4 1 0,-44-13 0,-27-3 0,-1 0 0,0 2 0,-1 0 0,1 2 0,41 15 0,-37-9 0,56 14 0,11 5 0,-87-26 0,0 0 0,0 0 0,0 1 0,-1 1 0,0-1 0,0 1 0,-1 1 0,11 13 0,-5-4 0,-1-1 0,-1 2 0,13 25 0,-1 10 0,-2 1 0,-3 1 0,-2 1 0,-3 0 0,10 100 0,-14-81 0,6 126 0,-17-12 0,4 272 0,11-356 0,-7-70 0,1 51 0,-6-33 0,-2 4 0,3 0 0,18 110 0,14 30 0,-34-193 0,44 217 0,33 19 0,-60-196 0,2 0 0,32 55 0,-40-77 0,17 28 0,2-1 0,63 77 0,-68-93-1365,-20-27-5461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45.214"/>
    </inkml:context>
    <inkml:brush xml:id="br0">
      <inkml:brushProperty name="width" value="0.025" units="cm"/>
      <inkml:brushProperty name="height" value="0.025" units="cm"/>
      <inkml:brushProperty name="color" value="#E71224"/>
    </inkml:brush>
  </inkml:definitions>
  <inkml:trace contextRef="#ctx0" brushRef="#br0">2938 1655 24575,'-7'-7'0,"1"-1"0,1-1 0,-1 1 0,1-1 0,-6-14 0,-9-16 0,-61-81 0,-5 4 0,-5 3 0,-190-180 0,138 166 0,-6 7 0,-227-141 0,336 234 0,22 15 0,0 0 0,-1 1 0,0 1 0,0 1 0,-28-9 0,-98-26 0,-125-33 0,163 51 0,-532-102 0,631 127-40,-87-12-623,-115 0 1,193 13-6164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23.815"/>
    </inkml:context>
    <inkml:brush xml:id="br0">
      <inkml:brushProperty name="width" value="0.025" units="cm"/>
      <inkml:brushProperty name="height" value="0.025" units="cm"/>
      <inkml:brushProperty name="color" value="#E71224"/>
    </inkml:brush>
  </inkml:definitions>
  <inkml:trace contextRef="#ctx0" brushRef="#br0">203 16 24575,'-2'-2'0,"0"0"0,0 1 0,-1-1 0,1 1 0,-1 0 0,1 0 0,-1 0 0,1 0 0,-1 0 0,1 0 0,-1 0 0,0 1 0,0 0 0,1-1 0,-1 1 0,0 0 0,1 1 0,-1-1 0,0 0 0,0 1 0,1-1 0,-1 1 0,1 0 0,-1 0 0,0 0 0,1 0 0,0 0 0,-1 1 0,1-1 0,0 1 0,-4 2 0,-6 5 0,0 0 0,0 1 0,1 1 0,-11 12 0,17-16 0,-1 0 0,1 0 0,1 1 0,-1 0 0,1 0 0,1 0 0,-1 0 0,1 0 0,1 1 0,-1-1 0,2 1 0,-1 0 0,0 9 0,2-11 0,0-1 0,0 1 0,0-1 0,1 1 0,0-1 0,0 0 0,1 1 0,0-1 0,0 0 0,0 0 0,1 0 0,0 0 0,0 0 0,0-1 0,1 1 0,0-1 0,0 0 0,6 6 0,-3-5 0,0 0 0,1-1 0,0 1 0,0-1 0,0-1 0,0 0 0,1 0 0,0-1 0,-1 0 0,1 0 0,1-1 0,-1 0 0,0-1 0,0 0 0,1 0 0,-1-1 0,0 0 0,1-1 0,-1 0 0,15-3 0,-21 2 0,1 0 0,-1 0 0,0 0 0,1-1 0,-1 1 0,0-1 0,-1 0 0,1 0 0,0 0 0,-1 0 0,0 0 0,0-1 0,0 1 0,0-1 0,0 1 0,-1-1 0,1 0 0,-1 1 0,1-7 0,3-9 0,-1 1 0,3-31 0,-6 36-97,-1 0-1,0-1 1,-1 1-1,-1 0 1,0 0-1,0 0 1,-2 0-1,1 0 1,-2 0-1,0 1 1,0 0-1,-1 0 0,-11-16 1,11 18-6729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25.278"/>
    </inkml:context>
    <inkml:brush xml:id="br0">
      <inkml:brushProperty name="width" value="0.025" units="cm"/>
      <inkml:brushProperty name="height" value="0.025" units="cm"/>
      <inkml:brushProperty name="color" value="#E71224"/>
    </inkml:brush>
  </inkml:definitions>
  <inkml:trace contextRef="#ctx0" brushRef="#br0">195 4 24575,'-38'-1'0,"28"-1"0,-1 1 0,0 1 0,1 0 0,-1 1 0,0 0 0,0 0 0,-17 6 0,26-6 0,-1 0 0,1 1 0,0-1 0,1 1 0,-1 0 0,0 0 0,0 0 0,1 0 0,-1 0 0,1 0 0,-1 0 0,1 0 0,0 0 0,0 1 0,0-1 0,0 0 0,0 5 0,-10 53 0,5-22 0,4-32 0,0 1 0,1-1 0,0 0 0,0 1 0,0-1 0,1 1 0,0-1 0,0 1 0,0-1 0,1 1 0,0-1 0,1 1 0,1 6 0,-1-10 0,0 1 0,0-1 0,0 0 0,1 0 0,-1 0 0,1 0 0,-1 0 0,1 0 0,0-1 0,0 1 0,0-1 0,1 0 0,-1 0 0,1 0 0,-1 0 0,1-1 0,-1 1 0,1-1 0,0 0 0,0 0 0,0 0 0,-1-1 0,6 1 0,1 0 0,-1 0 0,1 0 0,0-1 0,0 0 0,-1-1 0,1 0 0,11-2 0,-19 2 0,1 0 0,-1 0 0,1 0 0,-1 0 0,1 0 0,-1 0 0,0-1 0,1 1 0,-1-1 0,0 0 0,0 1 0,0-1 0,-1 0 0,1 0 0,0 0 0,-1-1 0,1 1 0,-1 0 0,0 0 0,1-1 0,-1 1 0,0-1 0,-1 1 0,1-1 0,0 0 0,-1 1 0,1-1 0,-1 0 0,0 1 0,0-4 0,-1-13-136,-1-1-1,-1 0 1,-1 1-1,0 0 1,-2 0-1,0 0 1,-1 1-1,-1 0 0,-14-25 1,15 32-6690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26.449"/>
    </inkml:context>
    <inkml:brush xml:id="br0">
      <inkml:brushProperty name="width" value="0.025" units="cm"/>
      <inkml:brushProperty name="height" value="0.025" units="cm"/>
      <inkml:brushProperty name="color" value="#E71224"/>
    </inkml:brush>
  </inkml:definitions>
  <inkml:trace contextRef="#ctx0" brushRef="#br0">2489 122 24575,'-150'-7'0,"-240"-43"0,105 9 0,-536 17 0,555 27 0,222-1 0,0 3 0,-69 15 0,-1 1 0,76-15-273,1 1 0,1 2 0,0 2 0,-66 28 0,90-33-6553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28.456"/>
    </inkml:context>
    <inkml:brush xml:id="br0">
      <inkml:brushProperty name="width" value="0.025" units="cm"/>
      <inkml:brushProperty name="height" value="0.025" units="cm"/>
      <inkml:brushProperty name="color" value="#E71224"/>
    </inkml:brush>
  </inkml:definitions>
  <inkml:trace contextRef="#ctx0" brushRef="#br0">2955 490 24575,'-3'-2'0,"-1"0"0,1 0 0,-1-1 0,1 1 0,0-1 0,0 1 0,0-1 0,0 0 0,1 0 0,-1 0 0,1-1 0,0 1 0,-3-6 0,-7-8 0,-22-18 0,-2 0 0,-1 3 0,-76-52 0,-138-59 0,207 124 0,-2 2 0,0 2 0,0 2 0,-2 2 0,1 3 0,-87-6 0,-400 12 0,348 21 0,21 0 0,-38 9 0,27 0 0,87-11 0,-128 26 0,4 15 0,169-42-341,0 2 0,2 2-1,-54 34 1,88-49-6485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39.722"/>
    </inkml:context>
    <inkml:brush xml:id="br0">
      <inkml:brushProperty name="width" value="0.025" units="cm"/>
      <inkml:brushProperty name="height" value="0.025" units="cm"/>
      <inkml:brushProperty name="color" value="#E71224"/>
    </inkml:brush>
  </inkml:definitions>
  <inkml:trace contextRef="#ctx0" brushRef="#br0">94 1 24575,'-3'0'0,"-1"0"0,1 0 0,-1 0 0,1 0 0,-1 1 0,1-1 0,0 1 0,-1 0 0,1 0 0,0 0 0,0 1 0,0-1 0,0 1 0,0 0 0,0 0 0,0 0 0,0 0 0,-4 4 0,4-1 0,0 0 0,0 1 0,0-1 0,1 0 0,-1 1 0,1 0 0,1-1 0,-1 1 0,1 0 0,-1 7 0,1-7 0,0-1 0,0 1 0,1-1 0,-1 1 0,1-1 0,0 1 0,1-1 0,1 11 0,-1-14 0,0 0 0,1 0 0,-1 0 0,1 0 0,0 0 0,0 0 0,-1 0 0,1-1 0,0 1 0,0-1 0,0 1 0,1-1 0,-1 0 0,0 0 0,1 0 0,-1 0 0,0 0 0,1-1 0,-1 1 0,1-1 0,-1 1 0,3-1 0,1 2 0,0-1 0,0 0 0,0-1 0,0 1 0,0-1 0,0-1 0,0 1 0,1-1 0,-1 0 0,10-3 0,-14 4 0,0-2 0,0 1 0,0 0 0,0 0 0,0 0 0,-1-1 0,1 1 0,0-1 0,-1 0 0,1 1 0,-1-1 0,1 0 0,-1 0 0,0 0 0,0 0 0,0 0 0,0 0 0,0 0 0,-1-1 0,1 1 0,0 0 0,-1 0 0,0 0 0,1-1 0,-1 1 0,0 0 0,0-1 0,0 1 0,-1 0 0,1 0 0,-1-3 0,0 1-85,0 0 0,0 1-1,0-1 1,-1 0 0,1 1-1,-1-1 1,0 1 0,0 0-1,0 0 1,0 0 0,0 0-1,-1 0 1,1 0 0,-1 0-1,-4-3 1,-5-3-6741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41.404"/>
    </inkml:context>
    <inkml:brush xml:id="br0">
      <inkml:brushProperty name="width" value="0.025" units="cm"/>
      <inkml:brushProperty name="height" value="0.025" units="cm"/>
      <inkml:brushProperty name="color" value="#E71224"/>
    </inkml:brush>
  </inkml:definitions>
  <inkml:trace contextRef="#ctx0" brushRef="#br0">109 1 24575,'-5'0'0,"1"0"0,-1 0 0,1 0 0,-1 1 0,1 0 0,-1 0 0,1 0 0,0 1 0,0-1 0,-1 1 0,1 0 0,0 0 0,1 0 0,-1 1 0,0-1 0,1 1 0,-1 0 0,1 0 0,0 0 0,0 1 0,0-1 0,0 1 0,1 0 0,-1-1 0,1 1 0,0 0 0,0 0 0,1 1 0,-1-1 0,1 0 0,0 1 0,0-1 0,0 0 0,1 1 0,-1-1 0,1 1 0,0-1 0,0 1 0,1-1 0,0 1 0,1 6 0,0-7 0,0 0 0,1-1 0,-1 0 0,1 1 0,0-1 0,0 0 0,0-1 0,0 1 0,0 0 0,0-1 0,1 0 0,-1 1 0,1-1 0,0-1 0,0 1 0,0-1 0,0 1 0,0-1 0,0 0 0,0 0 0,0-1 0,4 1 0,11 1 0,0 0 0,-1-1 0,29-3 0,-46 2 0,1 0 0,0 0 0,0 0 0,0 0 0,0-1 0,-1 1 0,1-1 0,0 1 0,0-1 0,0 0 0,-1 0 0,1 0 0,-1 0 0,1 0 0,-1 0 0,1 0 0,-1 0 0,1-1 0,-1 1 0,0 0 0,0-1 0,0 1 0,0-1 0,1-1 0,-1 0 0,0 0 0,0 0 0,-1 0 0,1 0 0,-1 0 0,0 0 0,0 0 0,0 0 0,0 0 0,-1-1 0,1 1 0,-1 0 0,-1-4 0,0 0 0,-1-1 0,0 1 0,0 0 0,-1 0 0,0 0 0,0 0 0,-1 1 0,0 0 0,0-1 0,0 2 0,-7-7 0,1 6-1365,1 0-5461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40:49.161"/>
    </inkml:context>
    <inkml:brush xml:id="br0">
      <inkml:brushProperty name="width" value="0.025" units="cm"/>
      <inkml:brushProperty name="height" value="0.025" units="cm"/>
      <inkml:brushProperty name="color" value="#E71224"/>
    </inkml:brush>
  </inkml:definitions>
  <inkml:trace contextRef="#ctx0" brushRef="#br0">3714 1892 24575,'-1'-24'0,"-1"0"0,0-1 0,-2 1 0,-1 0 0,-1 1 0,-1-1 0,-1 1 0,-11-23 0,4 15 0,-2 1 0,-2 0 0,0 2 0,-2 0 0,-25-25 0,-11-4 0,-3 3 0,-2 3 0,-3 2 0,-75-43 0,-54-38 0,-105-61 0,124 93 0,-82-44 0,234 130 0,-48-26 0,-1 4 0,-1 2 0,-86-23 0,27 16 0,57 16 0,-85-15 0,-12-6 0,41 8 0,-20 13 0,11 2 0,-60-33 0,47 10 0,-58 4 0,139 28 0,29 6 0,-69-20 0,62 14-1365,36 10-5461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2:46.871"/>
    </inkml:context>
    <inkml:brush xml:id="br0">
      <inkml:brushProperty name="width" value="0.025" units="cm"/>
      <inkml:brushProperty name="height" value="0.025" units="cm"/>
      <inkml:brushProperty name="color" value="#E71224"/>
    </inkml:brush>
  </inkml:definitions>
  <inkml:trace contextRef="#ctx0" brushRef="#br0">1 1 24575,'5628'0'0,"-5212"14"0,348-15 0,-478 14 0,-224-13-1365,-45 0-5461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2:59.688"/>
    </inkml:context>
    <inkml:brush xml:id="br0">
      <inkml:brushProperty name="width" value="0.025" units="cm"/>
      <inkml:brushProperty name="height" value="0.025" units="cm"/>
      <inkml:brushProperty name="color" value="#E71224"/>
    </inkml:brush>
  </inkml:definitions>
  <inkml:trace contextRef="#ctx0" brushRef="#br0">1 266 24575,'25'-25'0,"2"1"0,1 1 0,1 2 0,0 1 0,2 1 0,0 1 0,1 2 0,1 2 0,46-15 0,-26 14 0,1 2 0,1 2 0,0 3 0,0 2 0,75 2 0,-61 5 0,0 3 0,0 3 0,0 3 0,-1 2 0,109 37 0,-81-15 0,-3 5 0,-1 4 0,-2 4 0,-2 3 0,-2 5 0,-3 3 0,120 109 0,-124-93 0,303 293 0,-276-256 0,131 181 0,199 372 0,-203-297 0,-179-276 0,-4 3 0,58 155 0,84 233 0,-164-412 0,10 27 0,25 101 0,29 150-1365,-89-334-5461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06.881"/>
    </inkml:context>
    <inkml:brush xml:id="br0">
      <inkml:brushProperty name="width" value="0.025" units="cm"/>
      <inkml:brushProperty name="height" value="0.025" units="cm"/>
      <inkml:brushProperty name="color" value="#E71224"/>
    </inkml:brush>
  </inkml:definitions>
  <inkml:trace contextRef="#ctx0" brushRef="#br0">771 39 24575,'-31'-1'0,"0"-2"0,-34-8 0,-8-1 0,30 6 0,0 3 0,0 1 0,-84 7 0,38 15 0,58-11 0,-45 5 0,69-13 0,0 1 0,0-1 0,1 1 0,-1 0 0,1 1 0,0 0 0,0 0 0,0 0 0,0 1 0,0 0 0,1 0 0,-1 0 0,1 0 0,0 1 0,-5 6 0,8-8 0,0-1 0,0 1 0,1-1 0,-1 1 0,1-1 0,0 1 0,-1 0 0,1 0 0,0 0 0,0 0 0,1 0 0,-1 0 0,1 0 0,0 0 0,-1 0 0,1 0 0,0 0 0,1 0 0,-1 0 0,1 0 0,-1 0 0,1 0 0,0 0 0,0 0 0,0 0 0,0-1 0,1 1 0,-1 0 0,1-1 0,-1 1 0,1-1 0,0 1 0,0-1 0,0 0 0,5 4 0,-2-2 0,1 0 0,-1 0 0,1-1 0,0 1 0,1-1 0,-1-1 0,0 1 0,1-1 0,0 0 0,9 1 0,77 8 0,-41-7 0,248 17 0,748-21 0,-738 9 0,-198-1 0,-73-3 0,41-1 0,24-6 0,204 4 0,-132 18 0,16-13-468,-160-7-429,-23 0-5929</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13.697"/>
    </inkml:context>
    <inkml:brush xml:id="br0">
      <inkml:brushProperty name="width" value="0.025" units="cm"/>
      <inkml:brushProperty name="height" value="0.025" units="cm"/>
      <inkml:brushProperty name="color" value="#E71224"/>
    </inkml:brush>
  </inkml:definitions>
  <inkml:trace contextRef="#ctx0" brushRef="#br0">2283 328 24575,'385'-20'0,"-266"12"0,145 8 0,-109 2 0,1472-2 0,-1612-1 0,0-1 0,-1-1 0,27-7 0,5-2 0,33-1 0,44-10 0,-121 23 0,-1 0 0,0 0 0,0-1 0,0 1 0,0-1 0,0 1 0,0-1 0,0 1 0,0-1 0,0 1 0,0-1 0,0 0 0,0 0 0,0 1 0,0-1 0,-1 0 0,1 0 0,0 0 0,-1 0 0,1 0 0,0 0 0,-1 0 0,0 0 0,1 0 0,-1 0 0,1-2 0,-1 1 0,0-1 0,0 1 0,0-1 0,-1 1 0,1-1 0,0 1 0,-1 0 0,0-1 0,0 1 0,1 0 0,-4-5 0,1 1 0,-1-1 0,-1 1 0,1-1 0,-1 1 0,0 1 0,-1-1 0,-6-5 0,-9-2 0,0 1 0,0 1 0,-1 2 0,0 0 0,0 1 0,-1 1 0,0 1 0,-1 1 0,-41-3 0,-46-8 0,43 5 0,-98-3 0,-2807 13 83,1428 3-1531,1536-2-5378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18.928"/>
    </inkml:context>
    <inkml:brush xml:id="br0">
      <inkml:brushProperty name="width" value="0.025" units="cm"/>
      <inkml:brushProperty name="height" value="0.025" units="cm"/>
      <inkml:brushProperty name="color" value="#E71224"/>
    </inkml:brush>
  </inkml:definitions>
  <inkml:trace contextRef="#ctx0" brushRef="#br0">700 45 24575,'-143'-3'0,"79"-1"0,-2 4 0,1 2 0,-105 17 0,138-13 0,17-4 0,0 1 0,1 0 0,0 1 0,0 0 0,0 1 0,0 1 0,-18 10 0,30-14 0,0 0 0,-1 0 0,1 0 0,0 0 0,0 1 0,0-1 0,1 0 0,-1 1 0,1 0 0,-1-1 0,1 1 0,0 0 0,0 0 0,0 0 0,0 0 0,1-1 0,-1 1 0,1 0 0,-1 0 0,1 0 0,0 1 0,0-1 0,2 5 0,-1-2 0,0 1 0,1-1 0,-1 0 0,1 1 0,1-1 0,0 0 0,-1-1 0,2 1 0,6 9 0,-5-9 0,0-1 0,0 0 0,0 0 0,1 0 0,0-1 0,0 0 0,0 0 0,1-1 0,-1 0 0,1 0 0,0 0 0,0-1 0,10 3 0,11 0 0,0-1 0,36 0 0,18 3 0,22 8 0,201 0 0,1616-15 0,-1911-1 0,1 0 0,-1-1 0,1-1 0,-1 1 0,0-2 0,0 1 0,0-1 0,-1-1 0,1 0 0,-1 0 0,0-1 0,-1 0 0,1-1 0,-1 1 0,8-10 0,-14 14 0,0 0 0,0 0 0,0-1 0,-1 1 0,1-1 0,-1 1 0,1-1 0,-1 0 0,0 1 0,0-1 0,0 0 0,0 0 0,-1 0 0,1 0 0,-1 0 0,1 0 0,-1 0 0,0 0 0,0 0 0,-1 0 0,0-5 0,-1 4 0,0 0 0,0-1 0,0 1 0,-1 0 0,1 1 0,-1-1 0,0 0 0,0 1 0,0 0 0,-1-1 0,1 1 0,-7-4 0,-6-3 0,0 1 0,-1 0 0,0 1 0,0 1 0,-32-9 0,-48-9 0,-142-20 0,210 42 0,-353-25 0,-673 28 0,1033 2 25,0 0 0,0 1-1,-33 10 1,-11 1-1489,58-13-5362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3:25.768"/>
    </inkml:context>
    <inkml:brush xml:id="br0">
      <inkml:brushProperty name="width" value="0.025" units="cm"/>
      <inkml:brushProperty name="height" value="0.025" units="cm"/>
      <inkml:brushProperty name="color" value="#E71224"/>
    </inkml:brush>
  </inkml:definitions>
  <inkml:trace contextRef="#ctx0" brushRef="#br0">0 74 24575,'27'-2'0,"0"-2"0,-1-1 0,41-12 0,-64 16 0,65-13 0,0 3 0,1 3 0,74 0 0,547 5 0,-353 5 0,66 7 0,28 0 0,300 7 0,13-12 0,-395-6 0,315 36 0,72-13 0,-488-24 0,-54 3-1365,-165 0-5461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3:27.929"/>
    </inkml:context>
    <inkml:brush xml:id="br0">
      <inkml:brushProperty name="width" value="0.025" units="cm"/>
      <inkml:brushProperty name="height" value="0.025" units="cm"/>
      <inkml:brushProperty name="color" value="#E71224"/>
    </inkml:brush>
  </inkml:definitions>
  <inkml:trace contextRef="#ctx0" brushRef="#br0">1 10564 24575,'10'0'0,"-1"2"0,1-1 0,0 1 0,0 1 0,-1 0 0,0 0 0,16 8 0,15 5 0,49 13 0,0-4 0,2-3 0,1-5 0,1-4 0,153 2 0,-230-16 0,0 0 0,0-1 0,0-1 0,0-1 0,-1 0 0,0-1 0,1 0 0,21-12 0,6-7 0,57-43 0,-52 33 0,34-23 0,-3-4 0,126-126 0,-156 134 0,-2-2 0,-3-1 0,-3-3 0,56-104 0,133-314 0,-173 339 0,59-222 0,62-408 0,21-21 0,47 9 0,-184 592 0,94-301 0,70-179 0,-33 112 0,-7-167 0,-35 114 0,6-1 0,-131 473 0,-5-1 0,5-213 0,-30-367 0,-4 584 0,-5 2 0,-6 0 0,-46-165 0,0-20 0,50 231 0,5 33-455,2-1 0,-1-91 0,10 126-6371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38.057"/>
    </inkml:context>
    <inkml:brush xml:id="br0">
      <inkml:brushProperty name="width" value="0.025" units="cm"/>
      <inkml:brushProperty name="height" value="0.025" units="cm"/>
      <inkml:brushProperty name="color" value="#E71224"/>
    </inkml:brush>
  </inkml:definitions>
  <inkml:trace contextRef="#ctx0" brushRef="#br0">2 1 24575,'-2'175'0,"8"222"0,8-256 0,5 118 0,-18-132 0,-4 717 0,-4-638 0,-4 189 0,12 2053-1365,-1-2433-5461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41.003"/>
    </inkml:context>
    <inkml:brush xml:id="br0">
      <inkml:brushProperty name="width" value="0.025" units="cm"/>
      <inkml:brushProperty name="height" value="0.025" units="cm"/>
      <inkml:brushProperty name="color" value="#E71224"/>
    </inkml:brush>
  </inkml:definitions>
  <inkml:trace contextRef="#ctx0" brushRef="#br0">1 19 24575,'125'-18'0,"90"27"0,-30 0 0,56 9 0,-15 0 0,-182-18 0,16 0 0,100 13 0,-73-3 0,98-1 0,-80-6 0,20 4 0,139 3 0,1817-10 0,-1994-4 0,171-31 0,-222 29 0,43-3 0,1 4 0,123 8 0,-59 0 0,76-3-1365,-199 0-5461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3:03.122"/>
    </inkml:context>
    <inkml:brush xml:id="br0">
      <inkml:brushProperty name="width" value="0.025" units="cm"/>
      <inkml:brushProperty name="height" value="0.025" units="cm"/>
      <inkml:brushProperty name="color" value="#E71224"/>
    </inkml:brush>
  </inkml:definitions>
  <inkml:trace contextRef="#ctx0" brushRef="#br0">0 0 24575,'592'41'0,"-7"-1"0,1291-41 0,-1384-13 0,2804 14-1365,-3285 0-5461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3:04.448"/>
    </inkml:context>
    <inkml:brush xml:id="br0">
      <inkml:brushProperty name="width" value="0.025" units="cm"/>
      <inkml:brushProperty name="height" value="0.025" units="cm"/>
      <inkml:brushProperty name="color" value="#E71224"/>
    </inkml:brush>
  </inkml:definitions>
  <inkml:trace contextRef="#ctx0" brushRef="#br0">1 3126 24575,'0'-2'0,"1"-1"0,-1 1 0,1-1 0,0 1 0,0-1 0,0 1 0,0-1 0,1 1 0,-1 0 0,0 0 0,1 0 0,0 0 0,0 0 0,-1 0 0,1 0 0,0 1 0,4-4 0,46-28 0,-30 20 0,392-258 0,275-230 0,-52-68 0,114-183 0,-626 610 0,139-202 0,-153 194 0,-93 126 0,2 2 0,0 0 0,1 1 0,32-23 0,100-59 0,-69 49 0,-70 44-1365,-3 2-5461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3:17.789"/>
    </inkml:context>
    <inkml:brush xml:id="br0">
      <inkml:brushProperty name="width" value="0.025" units="cm"/>
      <inkml:brushProperty name="height" value="0.025" units="cm"/>
      <inkml:brushProperty name="color" value="#E71224"/>
    </inkml:brush>
  </inkml:definitions>
  <inkml:trace contextRef="#ctx0" brushRef="#br0">0 68 24575,'597'14'0,"-146"-13"0,809-3 0,-531-25 0,119 0 0,-392 30 0,647-5 0,-935-12 0,19 1 0,252 14-1365,-408-1-5461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3:19.116"/>
    </inkml:context>
    <inkml:brush xml:id="br0">
      <inkml:brushProperty name="width" value="0.025" units="cm"/>
      <inkml:brushProperty name="height" value="0.025" units="cm"/>
      <inkml:brushProperty name="color" value="#E71224"/>
    </inkml:brush>
  </inkml:definitions>
  <inkml:trace contextRef="#ctx0" brushRef="#br0">2 2208 24575,'0'27'0,"-1"-16"0,1 0 0,0 1 0,0-1 0,2 0 0,3 17 0,-4-25 0,0 0 0,0 0 0,1 0 0,-1 0 0,1 0 0,0 0 0,0-1 0,0 1 0,0-1 0,0 1 0,1-1 0,-1 0 0,1 0 0,0 0 0,-1 0 0,1 0 0,0 0 0,0-1 0,0 0 0,0 1 0,0-1 0,1 0 0,2 0 0,5 2 0,0-1 0,0-1 0,0 0 0,1 0 0,-1-1 0,0-1 0,0 0 0,0 0 0,0-1 0,0-1 0,0 1 0,-1-2 0,1 0 0,-1 0 0,0-1 0,0 0 0,10-6 0,159-80 0,-51 28 0,137-91 0,537-372 0,-196 102 0,-292 195 0,529-397 0,-731 540 0,-70 56-455,0 1 0,87-42 0,-115 65-6371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43.919"/>
    </inkml:context>
    <inkml:brush xml:id="br0">
      <inkml:brushProperty name="width" value="0.025" units="cm"/>
      <inkml:brushProperty name="height" value="0.025" units="cm"/>
      <inkml:brushProperty name="color" value="#E71224"/>
    </inkml:brush>
  </inkml:definitions>
  <inkml:trace contextRef="#ctx0" brushRef="#br0">0 1 24575,'225'16'0,"-49"-1"0,813-8 0,-552-10 0,-158 2 0,302 2 0,-388 17 0,-3-1 0,755-14 0,-473-6 0,1115 3-1365,-1564 0-5461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47.418"/>
    </inkml:context>
    <inkml:brush xml:id="br0">
      <inkml:brushProperty name="width" value="0.025" units="cm"/>
      <inkml:brushProperty name="height" value="0.025" units="cm"/>
      <inkml:brushProperty name="color" value="#E71224"/>
    </inkml:brush>
  </inkml:definitions>
  <inkml:trace contextRef="#ctx0" brushRef="#br0">55 1 24575,'-2'45'0,"-14"74"0,0 17 0,9-10 0,-6 255 0,13-346 0,-1 27 0,3 0 0,3-1 0,14 73 0,12 69 0,-16-85 0,-1 20 0,-8 267 0,-8-223 0,2 2694 0,18-2597 0,-19 675-1365,1-939-5461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48.638"/>
    </inkml:context>
    <inkml:brush xml:id="br0">
      <inkml:brushProperty name="width" value="0.025" units="cm"/>
      <inkml:brushProperty name="height" value="0.025" units="cm"/>
      <inkml:brushProperty name="color" value="#E71224"/>
    </inkml:brush>
  </inkml:definitions>
  <inkml:trace contextRef="#ctx0" brushRef="#br0">3971 3103 24575,'-14'1'0,"-1"1"0,1 0 0,0 1 0,0 1 0,-15 6 0,-46 10 0,27-15 0,1-2 0,0-2 0,-1-2 0,1-3 0,0-1 0,-75-19 0,1-9 0,-149-62 0,78 13-265,-183-107 0,-165-137-498,282 154 763,-402-349 0,512 384 0,6-6 0,7-7 0,-198-284 0,295 377-9,-60-125 0,84 149 48,2-1 0,0 0 0,3-1 0,1 0 0,-6-56 0,3-215-327,11 275-6538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50.135"/>
    </inkml:context>
    <inkml:brush xml:id="br0">
      <inkml:brushProperty name="width" value="0.025" units="cm"/>
      <inkml:brushProperty name="height" value="0.025" units="cm"/>
      <inkml:brushProperty name="color" value="#E71224"/>
    </inkml:brush>
  </inkml:definitions>
  <inkml:trace contextRef="#ctx0" brushRef="#br0">2647 1 24575,'-22'18'0,"0"-1"0,-2 0 0,0-2 0,-47 22 0,34-17 0,-239 109 0,0 0 0,-154 111 0,129-69 0,236-139 0,0-3 0,-2-3 0,-1-3 0,-77 16 0,96-31 0,-1-3 0,1-2 0,-1-2 0,-68-8 0,115 7 0,-95-8 0,-82-2 0,49 11-1365,106-1-5461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52.109"/>
    </inkml:context>
    <inkml:brush xml:id="br0">
      <inkml:brushProperty name="width" value="0.025" units="cm"/>
      <inkml:brushProperty name="height" value="0.025" units="cm"/>
      <inkml:brushProperty name="color" value="#E71224"/>
    </inkml:brush>
  </inkml:definitions>
  <inkml:trace contextRef="#ctx0" brushRef="#br0">2367 7768 24575,'-147'-255'0,"25"50"0,-172-403 0,26-19 0,83 190 0,-562-1427 0,688 1705 0,8-3 0,6-1 0,7-3 0,8-1 0,-10-182 0,1-502 0,26 659 0,-62-312 0,27 228 0,-61-380 0,105 641-195,0 1 0,0 1 0,-1-1 0,-1 1 0,0 0 0,-12-19 0,9 19-6631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6:55.689"/>
    </inkml:context>
    <inkml:brush xml:id="br0">
      <inkml:brushProperty name="width" value="0.025" units="cm"/>
      <inkml:brushProperty name="height" value="0.025" units="cm"/>
      <inkml:brushProperty name="color" value="#E71224"/>
    </inkml:brush>
  </inkml:definitions>
  <inkml:trace contextRef="#ctx0" brushRef="#br0">6034 11483 24575,'-140'-3'0,"-206"-32"0,239 16 0,38 7 0,-95-7 0,-444 8 0,189 7 0,-49-2 0,413 2 0,0-3 0,0-3 0,1-1 0,1-4 0,-86-33 0,108 32 0,0-2 0,2 0 0,-37-31 0,14 11 0,-76-55 0,5-5 0,-206-212 0,-52-99 0,332 350 0,2-2 0,-41-71 0,63 94 0,-37-66 0,3-2 0,-81-214 0,-47-247 0,140 414 0,-49-259 0,78 319 0,-85-345 0,2 63 0,-19-62 0,-32-15 0,63 193 0,-18-38 0,-70-230 0,50-157 0,59-9 0,59 576 0,-74-528 0,5 45 0,60 422 0,-14-183 0,16-655 0,19 648 0,-1 218 0,1 41 0,-20-195 0,7 247 14,-4-43-1393,13 83-5447</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7:48.333"/>
    </inkml:context>
    <inkml:brush xml:id="br0">
      <inkml:brushProperty name="width" value="0.025" units="cm"/>
      <inkml:brushProperty name="height" value="0.025" units="cm"/>
      <inkml:brushProperty name="color" value="#E71224"/>
    </inkml:brush>
  </inkml:definitions>
  <inkml:trace contextRef="#ctx0" brushRef="#br0">4625 622 24575,'-200'-103'0,"-68"-32"0,96 62 0,-4 8 0,-2 8 0,-2 8 0,-2 7 0,-2 9 0,-237-14 0,-972 29 0,1282 21 0,1 5 0,-128 25 0,176-19 0,2 2 0,0 2 0,1 3 0,1 3 0,-74 42 0,42-15-455,3 4 0,-83 69 0,137-94-6371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9T20:27:50.770"/>
    </inkml:context>
    <inkml:brush xml:id="br0">
      <inkml:brushProperty name="width" value="0.025" units="cm"/>
      <inkml:brushProperty name="height" value="0.025" units="cm"/>
      <inkml:brushProperty name="color" value="#E71224"/>
    </inkml:brush>
  </inkml:definitions>
  <inkml:trace contextRef="#ctx0" brushRef="#br0">4373 2054 24575,'-2'-5'0,"0"0"0,1 1 0,-2 0 0,1-1 0,0 1 0,-1 0 0,0 0 0,0 0 0,-3-3 0,-6-10 0,-32-48 0,23 35 0,1-2 0,-25-52 0,7-3 0,-35-89 0,42 77 0,-41-111 0,54 164 0,-3 1 0,-33-54 0,-19-22 0,-41-60 0,96 157 0,-1 1 0,-1 0 0,-1 2 0,0 0 0,-29-20 0,1 8 0,-2 3 0,-1 1 0,0 3 0,-86-29 0,-234-54 0,323 96 0,-681-162 0,541 139 0,-367-19 0,462 53 0,-135 15 0,188-7 0,0 1 0,0 2 0,1 2 0,0 2 0,-63 29 0,61-24 0,-1-2 0,0-1 0,-1-3 0,-73 12 0,70-19 0,-1-3 0,-66-4 0,19-1 0,8 3-1365,73 0-5461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463827294" r:id="rId1"/>
  </p:sldLayoutIdLst>
  <p:txStyles>
    <p:titleStyle>
      <a:lvl1pPr algn="ctr">
        <a:defRPr sz="4400" kern="1200">
          <a:solidFill>
            <a:schemeClr val="lt1"/>
          </a:solidFill>
        </a:defRPr>
      </a:lvl1pPr>
      <a:extLst/>
    </p:titleStyle>
    <p:bodyStyle>
      <a:lvl1pPr indent="-324900" algn="ctr">
        <a:defRPr sz="3200" kern="1200">
          <a:solidFill>
            <a:schemeClr val="tx1"/>
          </a:solidFill>
        </a:defRPr>
      </a:lvl1pPr>
      <a:extLst/>
    </p:bodyStyle>
    <p:otherStyle>
      <a:defPPr algn="ctr">
        <a:defRPr kern="1200">
          <a:solidFill>
            <a:schemeClr val="tx1"/>
          </a:solidFill>
        </a:defRPr>
      </a:defPPr>
      <a:extLst/>
    </p:otherStyle>
  </p:txStyles>
</p:sldMaster>
</file>

<file path=ppt/slides/_rels/slide1.xml.rels><?xml version="1.0" encoding="UTF-8" standalone="yes"?>
<Relationships xmlns="http://schemas.openxmlformats.org/package/2006/relationships"><Relationship Id="rId117" Type="http://schemas.openxmlformats.org/officeDocument/2006/relationships/customXml" Target="../ink/ink55.xml"/><Relationship Id="rId21" Type="http://schemas.openxmlformats.org/officeDocument/2006/relationships/customXml" Target="../ink/ink9.xml"/><Relationship Id="rId42" Type="http://schemas.openxmlformats.org/officeDocument/2006/relationships/image" Target="../media/image21.png"/><Relationship Id="rId63" Type="http://schemas.openxmlformats.org/officeDocument/2006/relationships/image" Target="../media/image32.png"/><Relationship Id="rId84" Type="http://schemas.openxmlformats.org/officeDocument/2006/relationships/image" Target="../media/image43.png"/><Relationship Id="rId138" Type="http://schemas.openxmlformats.org/officeDocument/2006/relationships/image" Target="../media/image71.png"/><Relationship Id="rId159" Type="http://schemas.openxmlformats.org/officeDocument/2006/relationships/customXml" Target="../ink/ink75.xml"/><Relationship Id="rId170" Type="http://schemas.openxmlformats.org/officeDocument/2006/relationships/image" Target="../media/image87.png"/><Relationship Id="rId191" Type="http://schemas.openxmlformats.org/officeDocument/2006/relationships/image" Target="../media/image98.png"/><Relationship Id="rId205" Type="http://schemas.openxmlformats.org/officeDocument/2006/relationships/image" Target="../media/image106.png"/><Relationship Id="rId226" Type="http://schemas.openxmlformats.org/officeDocument/2006/relationships/customXml" Target="../ink/ink107.xml"/><Relationship Id="rId107" Type="http://schemas.openxmlformats.org/officeDocument/2006/relationships/customXml" Target="../ink/ink50.xml"/><Relationship Id="rId32" Type="http://schemas.openxmlformats.org/officeDocument/2006/relationships/image" Target="../media/image16.png"/><Relationship Id="rId53" Type="http://schemas.openxmlformats.org/officeDocument/2006/relationships/customXml" Target="../ink/ink25.xml"/><Relationship Id="rId74" Type="http://schemas.openxmlformats.org/officeDocument/2006/relationships/image" Target="../media/image38.png"/><Relationship Id="rId128" Type="http://schemas.openxmlformats.org/officeDocument/2006/relationships/image" Target="../media/image65.png"/><Relationship Id="rId149" Type="http://schemas.openxmlformats.org/officeDocument/2006/relationships/customXml" Target="../ink/ink70.xml"/><Relationship Id="rId5" Type="http://schemas.openxmlformats.org/officeDocument/2006/relationships/customXml" Target="../ink/ink2.xml"/><Relationship Id="rId160" Type="http://schemas.openxmlformats.org/officeDocument/2006/relationships/image" Target="../media/image82.png"/><Relationship Id="rId181" Type="http://schemas.openxmlformats.org/officeDocument/2006/relationships/customXml" Target="../ink/ink86.xml"/><Relationship Id="rId216" Type="http://schemas.openxmlformats.org/officeDocument/2006/relationships/customXml" Target="../ink/ink102.xml"/><Relationship Id="rId22" Type="http://schemas.openxmlformats.org/officeDocument/2006/relationships/image" Target="../media/image11.png"/><Relationship Id="rId43" Type="http://schemas.openxmlformats.org/officeDocument/2006/relationships/customXml" Target="../ink/ink20.xml"/><Relationship Id="rId64" Type="http://schemas.openxmlformats.org/officeDocument/2006/relationships/customXml" Target="../ink/ink30.xml"/><Relationship Id="rId118" Type="http://schemas.openxmlformats.org/officeDocument/2006/relationships/image" Target="../media/image60.png"/><Relationship Id="rId139" Type="http://schemas.openxmlformats.org/officeDocument/2006/relationships/customXml" Target="../ink/ink65.xml"/><Relationship Id="rId85" Type="http://schemas.openxmlformats.org/officeDocument/2006/relationships/customXml" Target="../ink/ink40.xml"/><Relationship Id="rId150" Type="http://schemas.openxmlformats.org/officeDocument/2006/relationships/image" Target="../media/image77.png"/><Relationship Id="rId171" Type="http://schemas.openxmlformats.org/officeDocument/2006/relationships/customXml" Target="../ink/ink81.xml"/><Relationship Id="rId192" Type="http://schemas.openxmlformats.org/officeDocument/2006/relationships/customXml" Target="../ink/ink91.xml"/><Relationship Id="rId206" Type="http://schemas.openxmlformats.org/officeDocument/2006/relationships/customXml" Target="../ink/ink97.xml"/><Relationship Id="rId227" Type="http://schemas.openxmlformats.org/officeDocument/2006/relationships/image" Target="../media/image117.png"/><Relationship Id="rId12" Type="http://schemas.openxmlformats.org/officeDocument/2006/relationships/image" Target="../media/image6.png"/><Relationship Id="rId33" Type="http://schemas.openxmlformats.org/officeDocument/2006/relationships/customXml" Target="../ink/ink15.xml"/><Relationship Id="rId108" Type="http://schemas.openxmlformats.org/officeDocument/2006/relationships/image" Target="../media/image55.png"/><Relationship Id="rId129" Type="http://schemas.openxmlformats.org/officeDocument/2006/relationships/customXml" Target="../ink/ink61.xml"/><Relationship Id="rId54" Type="http://schemas.openxmlformats.org/officeDocument/2006/relationships/image" Target="../media/image27.png"/><Relationship Id="rId75" Type="http://schemas.openxmlformats.org/officeDocument/2006/relationships/customXml" Target="../ink/ink35.xml"/><Relationship Id="rId96" Type="http://schemas.openxmlformats.org/officeDocument/2006/relationships/image" Target="../media/image49.png"/><Relationship Id="rId140" Type="http://schemas.openxmlformats.org/officeDocument/2006/relationships/image" Target="../media/image72.png"/><Relationship Id="rId161" Type="http://schemas.openxmlformats.org/officeDocument/2006/relationships/customXml" Target="../ink/ink76.xml"/><Relationship Id="rId182" Type="http://schemas.openxmlformats.org/officeDocument/2006/relationships/image" Target="../media/image93.png"/><Relationship Id="rId217" Type="http://schemas.openxmlformats.org/officeDocument/2006/relationships/image" Target="../media/image112.png"/><Relationship Id="rId6" Type="http://schemas.openxmlformats.org/officeDocument/2006/relationships/image" Target="../media/image3.png"/><Relationship Id="rId23" Type="http://schemas.openxmlformats.org/officeDocument/2006/relationships/customXml" Target="../ink/ink10.xml"/><Relationship Id="rId119" Type="http://schemas.openxmlformats.org/officeDocument/2006/relationships/customXml" Target="../ink/ink56.xml"/><Relationship Id="rId44" Type="http://schemas.openxmlformats.org/officeDocument/2006/relationships/image" Target="../media/image22.png"/><Relationship Id="rId65" Type="http://schemas.openxmlformats.org/officeDocument/2006/relationships/image" Target="../media/image33.png"/><Relationship Id="rId86" Type="http://schemas.openxmlformats.org/officeDocument/2006/relationships/image" Target="../media/image44.png"/><Relationship Id="rId130" Type="http://schemas.openxmlformats.org/officeDocument/2006/relationships/image" Target="../media/image66.png"/><Relationship Id="rId151" Type="http://schemas.openxmlformats.org/officeDocument/2006/relationships/customXml" Target="../ink/ink71.xml"/><Relationship Id="rId172" Type="http://schemas.openxmlformats.org/officeDocument/2006/relationships/image" Target="../media/image88.png"/><Relationship Id="rId193" Type="http://schemas.openxmlformats.org/officeDocument/2006/relationships/image" Target="../media/image99.png"/><Relationship Id="rId207" Type="http://schemas.openxmlformats.org/officeDocument/2006/relationships/image" Target="../media/image107.png"/><Relationship Id="rId228" Type="http://schemas.openxmlformats.org/officeDocument/2006/relationships/customXml" Target="../ink/ink108.xml"/><Relationship Id="rId13" Type="http://schemas.openxmlformats.org/officeDocument/2006/relationships/customXml" Target="../ink/ink5.xml"/><Relationship Id="rId109" Type="http://schemas.openxmlformats.org/officeDocument/2006/relationships/customXml" Target="../ink/ink51.xml"/><Relationship Id="rId34" Type="http://schemas.openxmlformats.org/officeDocument/2006/relationships/image" Target="../media/image17.png"/><Relationship Id="rId55" Type="http://schemas.openxmlformats.org/officeDocument/2006/relationships/customXml" Target="../ink/ink26.xml"/><Relationship Id="rId76" Type="http://schemas.openxmlformats.org/officeDocument/2006/relationships/image" Target="../media/image39.png"/><Relationship Id="rId97" Type="http://schemas.openxmlformats.org/officeDocument/2006/relationships/customXml" Target="../ink/ink45.xml"/><Relationship Id="rId120" Type="http://schemas.openxmlformats.org/officeDocument/2006/relationships/image" Target="../media/image61.png"/><Relationship Id="rId141" Type="http://schemas.openxmlformats.org/officeDocument/2006/relationships/customXml" Target="../ink/ink66.xml"/><Relationship Id="rId7" Type="http://schemas.openxmlformats.org/officeDocument/2006/relationships/customXml" Target="../ink/ink3.xml"/><Relationship Id="rId162" Type="http://schemas.openxmlformats.org/officeDocument/2006/relationships/image" Target="../media/image83.png"/><Relationship Id="rId183" Type="http://schemas.openxmlformats.org/officeDocument/2006/relationships/customXml" Target="../ink/ink87.xml"/><Relationship Id="rId218" Type="http://schemas.openxmlformats.org/officeDocument/2006/relationships/customXml" Target="../ink/ink103.xml"/><Relationship Id="rId24" Type="http://schemas.openxmlformats.org/officeDocument/2006/relationships/image" Target="../media/image12.png"/><Relationship Id="rId45" Type="http://schemas.openxmlformats.org/officeDocument/2006/relationships/customXml" Target="../ink/ink21.xml"/><Relationship Id="rId66" Type="http://schemas.openxmlformats.org/officeDocument/2006/relationships/customXml" Target="../ink/ink31.xml"/><Relationship Id="rId87" Type="http://schemas.openxmlformats.org/officeDocument/2006/relationships/customXml" Target="../ink/ink41.xml"/><Relationship Id="rId110" Type="http://schemas.openxmlformats.org/officeDocument/2006/relationships/image" Target="../media/image56.png"/><Relationship Id="rId131" Type="http://schemas.openxmlformats.org/officeDocument/2006/relationships/image" Target="../media/image67.png"/><Relationship Id="rId152" Type="http://schemas.openxmlformats.org/officeDocument/2006/relationships/image" Target="../media/image78.png"/><Relationship Id="rId173" Type="http://schemas.openxmlformats.org/officeDocument/2006/relationships/customXml" Target="../ink/ink82.xml"/><Relationship Id="rId194" Type="http://schemas.openxmlformats.org/officeDocument/2006/relationships/customXml" Target="../ink/ink92.xml"/><Relationship Id="rId208" Type="http://schemas.openxmlformats.org/officeDocument/2006/relationships/customXml" Target="../ink/ink98.xml"/><Relationship Id="rId229" Type="http://schemas.openxmlformats.org/officeDocument/2006/relationships/image" Target="../media/image118.png"/><Relationship Id="rId14" Type="http://schemas.openxmlformats.org/officeDocument/2006/relationships/image" Target="../media/image7.png"/><Relationship Id="rId35" Type="http://schemas.openxmlformats.org/officeDocument/2006/relationships/customXml" Target="../ink/ink16.xml"/><Relationship Id="rId56" Type="http://schemas.openxmlformats.org/officeDocument/2006/relationships/image" Target="../media/image28.png"/><Relationship Id="rId77" Type="http://schemas.openxmlformats.org/officeDocument/2006/relationships/customXml" Target="../ink/ink36.xml"/><Relationship Id="rId100" Type="http://schemas.openxmlformats.org/officeDocument/2006/relationships/image" Target="../media/image51.png"/><Relationship Id="rId8" Type="http://schemas.openxmlformats.org/officeDocument/2006/relationships/image" Target="../media/image4.png"/><Relationship Id="rId98" Type="http://schemas.openxmlformats.org/officeDocument/2006/relationships/image" Target="../media/image50.png"/><Relationship Id="rId121" Type="http://schemas.openxmlformats.org/officeDocument/2006/relationships/customXml" Target="../ink/ink57.xml"/><Relationship Id="rId142" Type="http://schemas.openxmlformats.org/officeDocument/2006/relationships/image" Target="../media/image73.png"/><Relationship Id="rId163" Type="http://schemas.openxmlformats.org/officeDocument/2006/relationships/customXml" Target="../ink/ink77.xml"/><Relationship Id="rId184" Type="http://schemas.openxmlformats.org/officeDocument/2006/relationships/image" Target="../media/image94.png"/><Relationship Id="rId219" Type="http://schemas.openxmlformats.org/officeDocument/2006/relationships/image" Target="../media/image113.png"/><Relationship Id="rId230" Type="http://schemas.openxmlformats.org/officeDocument/2006/relationships/customXml" Target="../ink/ink109.xml"/><Relationship Id="rId25" Type="http://schemas.openxmlformats.org/officeDocument/2006/relationships/customXml" Target="../ink/ink11.xml"/><Relationship Id="rId46" Type="http://schemas.openxmlformats.org/officeDocument/2006/relationships/image" Target="../media/image23.png"/><Relationship Id="rId67" Type="http://schemas.openxmlformats.org/officeDocument/2006/relationships/image" Target="../media/image34.png"/><Relationship Id="rId116" Type="http://schemas.openxmlformats.org/officeDocument/2006/relationships/image" Target="../media/image59.png"/><Relationship Id="rId137" Type="http://schemas.openxmlformats.org/officeDocument/2006/relationships/customXml" Target="../ink/ink64.xml"/><Relationship Id="rId158" Type="http://schemas.openxmlformats.org/officeDocument/2006/relationships/image" Target="../media/image81.png"/><Relationship Id="rId20" Type="http://schemas.openxmlformats.org/officeDocument/2006/relationships/image" Target="../media/image10.png"/><Relationship Id="rId41" Type="http://schemas.openxmlformats.org/officeDocument/2006/relationships/customXml" Target="../ink/ink19.xml"/><Relationship Id="rId62" Type="http://schemas.openxmlformats.org/officeDocument/2006/relationships/customXml" Target="../ink/ink29.xml"/><Relationship Id="rId83" Type="http://schemas.openxmlformats.org/officeDocument/2006/relationships/customXml" Target="../ink/ink39.xml"/><Relationship Id="rId88" Type="http://schemas.openxmlformats.org/officeDocument/2006/relationships/image" Target="../media/image45.png"/><Relationship Id="rId111" Type="http://schemas.openxmlformats.org/officeDocument/2006/relationships/customXml" Target="../ink/ink52.xml"/><Relationship Id="rId132" Type="http://schemas.openxmlformats.org/officeDocument/2006/relationships/customXml" Target="../ink/ink62.xml"/><Relationship Id="rId153" Type="http://schemas.openxmlformats.org/officeDocument/2006/relationships/customXml" Target="../ink/ink72.xml"/><Relationship Id="rId174" Type="http://schemas.openxmlformats.org/officeDocument/2006/relationships/image" Target="../media/image89.png"/><Relationship Id="rId179" Type="http://schemas.openxmlformats.org/officeDocument/2006/relationships/customXml" Target="../ink/ink85.xml"/><Relationship Id="rId195" Type="http://schemas.openxmlformats.org/officeDocument/2006/relationships/image" Target="../media/image100.png"/><Relationship Id="rId209" Type="http://schemas.openxmlformats.org/officeDocument/2006/relationships/image" Target="../media/image108.png"/><Relationship Id="rId190" Type="http://schemas.openxmlformats.org/officeDocument/2006/relationships/customXml" Target="../ink/ink90.xml"/><Relationship Id="rId204" Type="http://schemas.openxmlformats.org/officeDocument/2006/relationships/image" Target="../media/image105.png"/><Relationship Id="rId220" Type="http://schemas.openxmlformats.org/officeDocument/2006/relationships/customXml" Target="../ink/ink104.xml"/><Relationship Id="rId225" Type="http://schemas.openxmlformats.org/officeDocument/2006/relationships/image" Target="../media/image116.png"/><Relationship Id="rId15" Type="http://schemas.openxmlformats.org/officeDocument/2006/relationships/customXml" Target="../ink/ink6.xml"/><Relationship Id="rId36" Type="http://schemas.openxmlformats.org/officeDocument/2006/relationships/image" Target="../media/image18.png"/><Relationship Id="rId57" Type="http://schemas.openxmlformats.org/officeDocument/2006/relationships/image" Target="../media/image29.png"/><Relationship Id="rId106" Type="http://schemas.openxmlformats.org/officeDocument/2006/relationships/image" Target="../media/image54.png"/><Relationship Id="rId127" Type="http://schemas.openxmlformats.org/officeDocument/2006/relationships/customXml" Target="../ink/ink60.xml"/><Relationship Id="rId31" Type="http://schemas.openxmlformats.org/officeDocument/2006/relationships/customXml" Target="../ink/ink14.xml"/><Relationship Id="rId52" Type="http://schemas.openxmlformats.org/officeDocument/2006/relationships/image" Target="../media/image26.png"/><Relationship Id="rId73" Type="http://schemas.openxmlformats.org/officeDocument/2006/relationships/image" Target="../media/image37.png"/><Relationship Id="rId78" Type="http://schemas.openxmlformats.org/officeDocument/2006/relationships/image" Target="../media/image40.png"/><Relationship Id="rId99" Type="http://schemas.openxmlformats.org/officeDocument/2006/relationships/customXml" Target="../ink/ink46.xml"/><Relationship Id="rId101" Type="http://schemas.openxmlformats.org/officeDocument/2006/relationships/customXml" Target="../ink/ink47.xml"/><Relationship Id="rId122" Type="http://schemas.openxmlformats.org/officeDocument/2006/relationships/image" Target="../media/image62.png"/><Relationship Id="rId143" Type="http://schemas.openxmlformats.org/officeDocument/2006/relationships/customXml" Target="../ink/ink67.xml"/><Relationship Id="rId148" Type="http://schemas.openxmlformats.org/officeDocument/2006/relationships/image" Target="../media/image76.png"/><Relationship Id="rId164" Type="http://schemas.openxmlformats.org/officeDocument/2006/relationships/image" Target="../media/image84.png"/><Relationship Id="rId169" Type="http://schemas.openxmlformats.org/officeDocument/2006/relationships/customXml" Target="../ink/ink80.xml"/><Relationship Id="rId185" Type="http://schemas.openxmlformats.org/officeDocument/2006/relationships/image" Target="../media/image95.png"/><Relationship Id="rId4" Type="http://schemas.openxmlformats.org/officeDocument/2006/relationships/image" Target="../media/image2.png"/><Relationship Id="rId9" Type="http://schemas.openxmlformats.org/officeDocument/2006/relationships/customXml" Target="../ink/ink4.xml"/><Relationship Id="rId180" Type="http://schemas.openxmlformats.org/officeDocument/2006/relationships/image" Target="../media/image92.png"/><Relationship Id="rId210" Type="http://schemas.openxmlformats.org/officeDocument/2006/relationships/customXml" Target="../ink/ink99.xml"/><Relationship Id="rId215" Type="http://schemas.openxmlformats.org/officeDocument/2006/relationships/image" Target="../media/image111.png"/><Relationship Id="rId26" Type="http://schemas.openxmlformats.org/officeDocument/2006/relationships/image" Target="../media/image13.png"/><Relationship Id="rId231" Type="http://schemas.openxmlformats.org/officeDocument/2006/relationships/image" Target="../media/image119.png"/><Relationship Id="rId47" Type="http://schemas.openxmlformats.org/officeDocument/2006/relationships/customXml" Target="../ink/ink22.xml"/><Relationship Id="rId68" Type="http://schemas.openxmlformats.org/officeDocument/2006/relationships/customXml" Target="../ink/ink32.xml"/><Relationship Id="rId89" Type="http://schemas.openxmlformats.org/officeDocument/2006/relationships/customXml" Target="../ink/ink42.xml"/><Relationship Id="rId112" Type="http://schemas.openxmlformats.org/officeDocument/2006/relationships/image" Target="../media/image57.png"/><Relationship Id="rId133" Type="http://schemas.openxmlformats.org/officeDocument/2006/relationships/image" Target="../media/image68.png"/><Relationship Id="rId154" Type="http://schemas.openxmlformats.org/officeDocument/2006/relationships/image" Target="../media/image79.png"/><Relationship Id="rId175" Type="http://schemas.openxmlformats.org/officeDocument/2006/relationships/customXml" Target="../ink/ink83.xml"/><Relationship Id="rId196" Type="http://schemas.openxmlformats.org/officeDocument/2006/relationships/image" Target="../media/image101.png"/><Relationship Id="rId200" Type="http://schemas.openxmlformats.org/officeDocument/2006/relationships/image" Target="../media/image103.png"/><Relationship Id="rId16" Type="http://schemas.openxmlformats.org/officeDocument/2006/relationships/image" Target="../media/image8.png"/><Relationship Id="rId221" Type="http://schemas.openxmlformats.org/officeDocument/2006/relationships/image" Target="../media/image114.png"/><Relationship Id="rId37" Type="http://schemas.openxmlformats.org/officeDocument/2006/relationships/customXml" Target="../ink/ink17.xml"/><Relationship Id="rId58" Type="http://schemas.openxmlformats.org/officeDocument/2006/relationships/customXml" Target="../ink/ink27.xml"/><Relationship Id="rId79" Type="http://schemas.openxmlformats.org/officeDocument/2006/relationships/customXml" Target="../ink/ink37.xml"/><Relationship Id="rId102" Type="http://schemas.openxmlformats.org/officeDocument/2006/relationships/image" Target="../media/image52.png"/><Relationship Id="rId123" Type="http://schemas.openxmlformats.org/officeDocument/2006/relationships/customXml" Target="../ink/ink58.xml"/><Relationship Id="rId144" Type="http://schemas.openxmlformats.org/officeDocument/2006/relationships/image" Target="../media/image74.png"/><Relationship Id="rId90" Type="http://schemas.openxmlformats.org/officeDocument/2006/relationships/image" Target="../media/image46.png"/><Relationship Id="rId165" Type="http://schemas.openxmlformats.org/officeDocument/2006/relationships/customXml" Target="../ink/ink78.xml"/><Relationship Id="rId186" Type="http://schemas.openxmlformats.org/officeDocument/2006/relationships/customXml" Target="../ink/ink88.xml"/><Relationship Id="rId211" Type="http://schemas.openxmlformats.org/officeDocument/2006/relationships/image" Target="../media/image109.png"/><Relationship Id="rId232" Type="http://schemas.openxmlformats.org/officeDocument/2006/relationships/customXml" Target="../ink/ink110.xml"/><Relationship Id="rId27" Type="http://schemas.openxmlformats.org/officeDocument/2006/relationships/customXml" Target="../ink/ink12.xml"/><Relationship Id="rId48" Type="http://schemas.openxmlformats.org/officeDocument/2006/relationships/image" Target="../media/image24.png"/><Relationship Id="rId69" Type="http://schemas.openxmlformats.org/officeDocument/2006/relationships/image" Target="../media/image35.png"/><Relationship Id="rId113" Type="http://schemas.openxmlformats.org/officeDocument/2006/relationships/customXml" Target="../ink/ink53.xml"/><Relationship Id="rId134" Type="http://schemas.openxmlformats.org/officeDocument/2006/relationships/customXml" Target="../ink/ink63.xml"/><Relationship Id="rId80" Type="http://schemas.openxmlformats.org/officeDocument/2006/relationships/image" Target="../media/image41.png"/><Relationship Id="rId155" Type="http://schemas.openxmlformats.org/officeDocument/2006/relationships/customXml" Target="../ink/ink73.xml"/><Relationship Id="rId176" Type="http://schemas.openxmlformats.org/officeDocument/2006/relationships/image" Target="../media/image90.png"/><Relationship Id="rId197" Type="http://schemas.openxmlformats.org/officeDocument/2006/relationships/customXml" Target="../ink/ink93.xml"/><Relationship Id="rId201" Type="http://schemas.openxmlformats.org/officeDocument/2006/relationships/customXml" Target="../ink/ink95.xml"/><Relationship Id="rId222" Type="http://schemas.openxmlformats.org/officeDocument/2006/relationships/customXml" Target="../ink/ink105.xml"/><Relationship Id="rId17" Type="http://schemas.openxmlformats.org/officeDocument/2006/relationships/customXml" Target="../ink/ink7.xml"/><Relationship Id="rId38" Type="http://schemas.openxmlformats.org/officeDocument/2006/relationships/image" Target="../media/image19.png"/><Relationship Id="rId59" Type="http://schemas.openxmlformats.org/officeDocument/2006/relationships/image" Target="../media/image30.png"/><Relationship Id="rId103" Type="http://schemas.openxmlformats.org/officeDocument/2006/relationships/customXml" Target="../ink/ink48.xml"/><Relationship Id="rId124" Type="http://schemas.openxmlformats.org/officeDocument/2006/relationships/image" Target="../media/image63.png"/><Relationship Id="rId70" Type="http://schemas.openxmlformats.org/officeDocument/2006/relationships/customXml" Target="../ink/ink33.xml"/><Relationship Id="rId91" Type="http://schemas.openxmlformats.org/officeDocument/2006/relationships/customXml" Target="../ink/ink43.xml"/><Relationship Id="rId145" Type="http://schemas.openxmlformats.org/officeDocument/2006/relationships/customXml" Target="../ink/ink68.xml"/><Relationship Id="rId166" Type="http://schemas.openxmlformats.org/officeDocument/2006/relationships/image" Target="../media/image85.png"/><Relationship Id="rId187" Type="http://schemas.openxmlformats.org/officeDocument/2006/relationships/image" Target="../media/image96.png"/><Relationship Id="rId1" Type="http://schemas.openxmlformats.org/officeDocument/2006/relationships/slideLayout" Target="../slideLayouts/slideLayout1.xml"/><Relationship Id="rId212" Type="http://schemas.openxmlformats.org/officeDocument/2006/relationships/customXml" Target="../ink/ink100.xml"/><Relationship Id="rId233" Type="http://schemas.openxmlformats.org/officeDocument/2006/relationships/image" Target="../media/image120.png"/><Relationship Id="rId28" Type="http://schemas.openxmlformats.org/officeDocument/2006/relationships/image" Target="../media/image14.png"/><Relationship Id="rId49" Type="http://schemas.openxmlformats.org/officeDocument/2006/relationships/customXml" Target="../ink/ink23.xml"/><Relationship Id="rId114" Type="http://schemas.openxmlformats.org/officeDocument/2006/relationships/image" Target="../media/image58.png"/><Relationship Id="rId60" Type="http://schemas.openxmlformats.org/officeDocument/2006/relationships/customXml" Target="../ink/ink28.xml"/><Relationship Id="rId81" Type="http://schemas.openxmlformats.org/officeDocument/2006/relationships/customXml" Target="../ink/ink38.xml"/><Relationship Id="rId135" Type="http://schemas.openxmlformats.org/officeDocument/2006/relationships/image" Target="../media/image69.png"/><Relationship Id="rId156" Type="http://schemas.openxmlformats.org/officeDocument/2006/relationships/image" Target="../media/image80.png"/><Relationship Id="rId177" Type="http://schemas.openxmlformats.org/officeDocument/2006/relationships/customXml" Target="../ink/ink84.xml"/><Relationship Id="rId198" Type="http://schemas.openxmlformats.org/officeDocument/2006/relationships/image" Target="../media/image102.png"/><Relationship Id="rId202" Type="http://schemas.openxmlformats.org/officeDocument/2006/relationships/image" Target="../media/image104.png"/><Relationship Id="rId223" Type="http://schemas.openxmlformats.org/officeDocument/2006/relationships/image" Target="../media/image115.png"/><Relationship Id="rId18" Type="http://schemas.openxmlformats.org/officeDocument/2006/relationships/image" Target="../media/image9.png"/><Relationship Id="rId39" Type="http://schemas.openxmlformats.org/officeDocument/2006/relationships/customXml" Target="../ink/ink18.xml"/><Relationship Id="rId50" Type="http://schemas.openxmlformats.org/officeDocument/2006/relationships/image" Target="../media/image25.png"/><Relationship Id="rId104" Type="http://schemas.openxmlformats.org/officeDocument/2006/relationships/image" Target="../media/image53.png"/><Relationship Id="rId125" Type="http://schemas.openxmlformats.org/officeDocument/2006/relationships/customXml" Target="../ink/ink59.xml"/><Relationship Id="rId146" Type="http://schemas.openxmlformats.org/officeDocument/2006/relationships/image" Target="../media/image75.png"/><Relationship Id="rId167" Type="http://schemas.openxmlformats.org/officeDocument/2006/relationships/customXml" Target="../ink/ink79.xml"/><Relationship Id="rId188" Type="http://schemas.openxmlformats.org/officeDocument/2006/relationships/customXml" Target="../ink/ink89.xml"/><Relationship Id="rId71" Type="http://schemas.openxmlformats.org/officeDocument/2006/relationships/image" Target="../media/image36.png"/><Relationship Id="rId92" Type="http://schemas.openxmlformats.org/officeDocument/2006/relationships/image" Target="../media/image47.png"/><Relationship Id="rId213" Type="http://schemas.openxmlformats.org/officeDocument/2006/relationships/image" Target="../media/image110.png"/><Relationship Id="rId234" Type="http://schemas.openxmlformats.org/officeDocument/2006/relationships/customXml" Target="../ink/ink111.xml"/><Relationship Id="rId2" Type="http://schemas.openxmlformats.org/officeDocument/2006/relationships/image" Target="../media/image1.png"/><Relationship Id="rId29" Type="http://schemas.openxmlformats.org/officeDocument/2006/relationships/customXml" Target="../ink/ink13.xml"/><Relationship Id="rId40" Type="http://schemas.openxmlformats.org/officeDocument/2006/relationships/image" Target="../media/image20.png"/><Relationship Id="rId115" Type="http://schemas.openxmlformats.org/officeDocument/2006/relationships/customXml" Target="../ink/ink54.xml"/><Relationship Id="rId136" Type="http://schemas.openxmlformats.org/officeDocument/2006/relationships/image" Target="../media/image70.png"/><Relationship Id="rId157" Type="http://schemas.openxmlformats.org/officeDocument/2006/relationships/customXml" Target="../ink/ink74.xml"/><Relationship Id="rId178" Type="http://schemas.openxmlformats.org/officeDocument/2006/relationships/image" Target="../media/image91.png"/><Relationship Id="rId61" Type="http://schemas.openxmlformats.org/officeDocument/2006/relationships/image" Target="../media/image31.png"/><Relationship Id="rId82" Type="http://schemas.openxmlformats.org/officeDocument/2006/relationships/image" Target="../media/image42.png"/><Relationship Id="rId199" Type="http://schemas.openxmlformats.org/officeDocument/2006/relationships/customXml" Target="../ink/ink94.xml"/><Relationship Id="rId203" Type="http://schemas.openxmlformats.org/officeDocument/2006/relationships/customXml" Target="../ink/ink96.xml"/><Relationship Id="rId19" Type="http://schemas.openxmlformats.org/officeDocument/2006/relationships/customXml" Target="../ink/ink8.xml"/><Relationship Id="rId224" Type="http://schemas.openxmlformats.org/officeDocument/2006/relationships/customXml" Target="../ink/ink106.xml"/><Relationship Id="rId30" Type="http://schemas.openxmlformats.org/officeDocument/2006/relationships/image" Target="../media/image15.png"/><Relationship Id="rId105" Type="http://schemas.openxmlformats.org/officeDocument/2006/relationships/customXml" Target="../ink/ink49.xml"/><Relationship Id="rId126" Type="http://schemas.openxmlformats.org/officeDocument/2006/relationships/image" Target="../media/image64.png"/><Relationship Id="rId147" Type="http://schemas.openxmlformats.org/officeDocument/2006/relationships/customXml" Target="../ink/ink69.xml"/><Relationship Id="rId168" Type="http://schemas.openxmlformats.org/officeDocument/2006/relationships/image" Target="../media/image86.png"/><Relationship Id="rId51" Type="http://schemas.openxmlformats.org/officeDocument/2006/relationships/customXml" Target="../ink/ink24.xml"/><Relationship Id="rId72" Type="http://schemas.openxmlformats.org/officeDocument/2006/relationships/customXml" Target="../ink/ink34.xml"/><Relationship Id="rId93" Type="http://schemas.openxmlformats.org/officeDocument/2006/relationships/customXml" Target="../ink/ink44.xml"/><Relationship Id="rId189" Type="http://schemas.openxmlformats.org/officeDocument/2006/relationships/image" Target="../media/image97.png"/><Relationship Id="rId3" Type="http://schemas.openxmlformats.org/officeDocument/2006/relationships/customXml" Target="../ink/ink1.xml"/><Relationship Id="rId214" Type="http://schemas.openxmlformats.org/officeDocument/2006/relationships/customXml" Target="../ink/ink101.xml"/><Relationship Id="rId235" Type="http://schemas.openxmlformats.org/officeDocument/2006/relationships/image" Target="../media/image121.png"/></Relationships>
</file>

<file path=ppt/slides/_rels/slide2.xml.rels><?xml version="1.0" encoding="UTF-8" standalone="yes"?>
<Relationships xmlns="http://schemas.openxmlformats.org/package/2006/relationships"><Relationship Id="rId13" Type="http://schemas.openxmlformats.org/officeDocument/2006/relationships/customXml" Target="../ink/ink117.xml"/><Relationship Id="rId18" Type="http://schemas.openxmlformats.org/officeDocument/2006/relationships/image" Target="../media/image130.png"/><Relationship Id="rId26" Type="http://schemas.openxmlformats.org/officeDocument/2006/relationships/image" Target="../media/image134.png"/><Relationship Id="rId39" Type="http://schemas.openxmlformats.org/officeDocument/2006/relationships/customXml" Target="../ink/ink130.xml"/><Relationship Id="rId21" Type="http://schemas.openxmlformats.org/officeDocument/2006/relationships/customXml" Target="../ink/ink121.xml"/><Relationship Id="rId34" Type="http://schemas.openxmlformats.org/officeDocument/2006/relationships/image" Target="../media/image138.png"/><Relationship Id="rId42" Type="http://schemas.openxmlformats.org/officeDocument/2006/relationships/customXml" Target="../ink/ink131.xml"/><Relationship Id="rId7" Type="http://schemas.openxmlformats.org/officeDocument/2006/relationships/customXml" Target="../ink/ink114.xml"/><Relationship Id="rId2" Type="http://schemas.openxmlformats.org/officeDocument/2006/relationships/image" Target="../media/image5.png"/><Relationship Id="rId16" Type="http://schemas.openxmlformats.org/officeDocument/2006/relationships/image" Target="../media/image129.png"/><Relationship Id="rId29" Type="http://schemas.openxmlformats.org/officeDocument/2006/relationships/customXml" Target="../ink/ink125.xml"/><Relationship Id="rId1" Type="http://schemas.openxmlformats.org/officeDocument/2006/relationships/slideLayout" Target="../slideLayouts/slideLayout1.xml"/><Relationship Id="rId6" Type="http://schemas.openxmlformats.org/officeDocument/2006/relationships/image" Target="../media/image124.png"/><Relationship Id="rId11" Type="http://schemas.openxmlformats.org/officeDocument/2006/relationships/customXml" Target="../ink/ink116.xml"/><Relationship Id="rId24" Type="http://schemas.openxmlformats.org/officeDocument/2006/relationships/image" Target="../media/image133.png"/><Relationship Id="rId32" Type="http://schemas.openxmlformats.org/officeDocument/2006/relationships/image" Target="../media/image137.png"/><Relationship Id="rId37" Type="http://schemas.openxmlformats.org/officeDocument/2006/relationships/customXml" Target="../ink/ink129.xml"/><Relationship Id="rId40" Type="http://schemas.openxmlformats.org/officeDocument/2006/relationships/image" Target="../media/image141.png"/><Relationship Id="rId45" Type="http://schemas.openxmlformats.org/officeDocument/2006/relationships/image" Target="../media/image144.png"/><Relationship Id="rId5" Type="http://schemas.openxmlformats.org/officeDocument/2006/relationships/customXml" Target="../ink/ink113.xml"/><Relationship Id="rId15" Type="http://schemas.openxmlformats.org/officeDocument/2006/relationships/customXml" Target="../ink/ink118.xml"/><Relationship Id="rId23" Type="http://schemas.openxmlformats.org/officeDocument/2006/relationships/customXml" Target="../ink/ink122.xml"/><Relationship Id="rId28" Type="http://schemas.openxmlformats.org/officeDocument/2006/relationships/image" Target="../media/image135.png"/><Relationship Id="rId36" Type="http://schemas.openxmlformats.org/officeDocument/2006/relationships/image" Target="../media/image139.png"/><Relationship Id="rId10" Type="http://schemas.openxmlformats.org/officeDocument/2006/relationships/image" Target="../media/image126.png"/><Relationship Id="rId19" Type="http://schemas.openxmlformats.org/officeDocument/2006/relationships/customXml" Target="../ink/ink120.xml"/><Relationship Id="rId31" Type="http://schemas.openxmlformats.org/officeDocument/2006/relationships/customXml" Target="../ink/ink126.xml"/><Relationship Id="rId44" Type="http://schemas.openxmlformats.org/officeDocument/2006/relationships/customXml" Target="../ink/ink132.xml"/><Relationship Id="rId4" Type="http://schemas.openxmlformats.org/officeDocument/2006/relationships/image" Target="../media/image123.png"/><Relationship Id="rId9" Type="http://schemas.openxmlformats.org/officeDocument/2006/relationships/customXml" Target="../ink/ink115.xml"/><Relationship Id="rId14" Type="http://schemas.openxmlformats.org/officeDocument/2006/relationships/image" Target="../media/image128.png"/><Relationship Id="rId22" Type="http://schemas.openxmlformats.org/officeDocument/2006/relationships/image" Target="../media/image132.png"/><Relationship Id="rId27" Type="http://schemas.openxmlformats.org/officeDocument/2006/relationships/customXml" Target="../ink/ink124.xml"/><Relationship Id="rId30" Type="http://schemas.openxmlformats.org/officeDocument/2006/relationships/image" Target="../media/image136.png"/><Relationship Id="rId35" Type="http://schemas.openxmlformats.org/officeDocument/2006/relationships/customXml" Target="../ink/ink128.xml"/><Relationship Id="rId43" Type="http://schemas.openxmlformats.org/officeDocument/2006/relationships/image" Target="../media/image143.png"/><Relationship Id="rId8" Type="http://schemas.openxmlformats.org/officeDocument/2006/relationships/image" Target="../media/image125.png"/><Relationship Id="rId3" Type="http://schemas.openxmlformats.org/officeDocument/2006/relationships/customXml" Target="../ink/ink112.xml"/><Relationship Id="rId12" Type="http://schemas.openxmlformats.org/officeDocument/2006/relationships/image" Target="../media/image127.png"/><Relationship Id="rId17" Type="http://schemas.openxmlformats.org/officeDocument/2006/relationships/customXml" Target="../ink/ink119.xml"/><Relationship Id="rId25" Type="http://schemas.openxmlformats.org/officeDocument/2006/relationships/customXml" Target="../ink/ink123.xml"/><Relationship Id="rId33" Type="http://schemas.openxmlformats.org/officeDocument/2006/relationships/customXml" Target="../ink/ink127.xml"/><Relationship Id="rId38" Type="http://schemas.openxmlformats.org/officeDocument/2006/relationships/image" Target="../media/image140.png"/><Relationship Id="rId20" Type="http://schemas.openxmlformats.org/officeDocument/2006/relationships/image" Target="../media/image131.png"/><Relationship Id="rId41" Type="http://schemas.openxmlformats.org/officeDocument/2006/relationships/image" Target="../media/image142.png"/></Relationships>
</file>

<file path=ppt/slides/_rels/slide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0482" y="0"/>
          <a:ext cx="7003518" cy="6877050"/>
          <a:chOff x="2140482" y="0"/>
          <a:chExt cx="7003518" cy="6877050"/>
        </a:xfrm>
      </p:grpSpPr>
      <p:pic>
        <p:nvPicPr>
          <p:cNvPr id="2" name="Slide"/>
          <p:cNvPicPr>
            <a:picLocks noChangeAspect="1"/>
          </p:cNvPicPr>
          <p:nvPr/>
        </p:nvPicPr>
        <p:blipFill>
          <a:blip r:embed="rId2"/>
          <a:stretch>
            <a:fillRect/>
          </a:stretch>
        </p:blipFill>
        <p:spPr>
          <a:xfrm>
            <a:off x="2140482" y="0"/>
            <a:ext cx="4863036" cy="6877050"/>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F7F02599-C546-68B2-4C0E-1BF24807D6A4}"/>
                  </a:ext>
                </a:extLst>
              </p14:cNvPr>
              <p14:cNvContentPartPr/>
              <p14:nvPr/>
            </p14:nvContentPartPr>
            <p14:xfrm>
              <a:off x="5976525" y="498060"/>
              <a:ext cx="494640" cy="159120"/>
            </p14:xfrm>
          </p:contentPart>
        </mc:Choice>
        <mc:Fallback xmlns="">
          <p:pic>
            <p:nvPicPr>
              <p:cNvPr id="8" name="Ink 7">
                <a:extLst>
                  <a:ext uri="{FF2B5EF4-FFF2-40B4-BE49-F238E27FC236}">
                    <a16:creationId xmlns:a16="http://schemas.microsoft.com/office/drawing/2014/main" id="{F7F02599-C546-68B2-4C0E-1BF24807D6A4}"/>
                  </a:ext>
                </a:extLst>
              </p:cNvPr>
              <p:cNvPicPr/>
              <p:nvPr/>
            </p:nvPicPr>
            <p:blipFill>
              <a:blip r:embed="rId4"/>
              <a:stretch>
                <a:fillRect/>
              </a:stretch>
            </p:blipFill>
            <p:spPr>
              <a:xfrm>
                <a:off x="5972205" y="493740"/>
                <a:ext cx="503280" cy="167760"/>
              </a:xfrm>
              <a:prstGeom prst="rect">
                <a:avLst/>
              </a:prstGeom>
            </p:spPr>
          </p:pic>
        </mc:Fallback>
      </mc:AlternateContent>
      <p:sp>
        <p:nvSpPr>
          <p:cNvPr id="9" name="TextBox 8">
            <a:extLst>
              <a:ext uri="{FF2B5EF4-FFF2-40B4-BE49-F238E27FC236}">
                <a16:creationId xmlns:a16="http://schemas.microsoft.com/office/drawing/2014/main" id="{E1E5515D-692F-C2CB-B981-60A8B7CB6D34}"/>
              </a:ext>
            </a:extLst>
          </p:cNvPr>
          <p:cNvSpPr txBox="1"/>
          <p:nvPr/>
        </p:nvSpPr>
        <p:spPr>
          <a:xfrm>
            <a:off x="6455568" y="269843"/>
            <a:ext cx="1349901" cy="307777"/>
          </a:xfrm>
          <a:prstGeom prst="rect">
            <a:avLst/>
          </a:prstGeom>
          <a:noFill/>
        </p:spPr>
        <p:txBody>
          <a:bodyPr wrap="square" rtlCol="0">
            <a:spAutoFit/>
          </a:bodyPr>
          <a:lstStyle/>
          <a:p>
            <a:r>
              <a:rPr lang="en-US" sz="700" dirty="0">
                <a:solidFill>
                  <a:srgbClr val="FF0000"/>
                </a:solidFill>
              </a:rPr>
              <a:t>Precisely? (i.e., emphasize the stochasticity)</a:t>
            </a:r>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8A10789-BA91-6BA0-830C-AA6CDA2B082C}"/>
                  </a:ext>
                </a:extLst>
              </p14:cNvPr>
              <p14:cNvContentPartPr/>
              <p14:nvPr/>
            </p14:nvContentPartPr>
            <p14:xfrm>
              <a:off x="2488150" y="717300"/>
              <a:ext cx="147960" cy="115920"/>
            </p14:xfrm>
          </p:contentPart>
        </mc:Choice>
        <mc:Fallback xmlns="">
          <p:pic>
            <p:nvPicPr>
              <p:cNvPr id="10" name="Ink 9">
                <a:extLst>
                  <a:ext uri="{FF2B5EF4-FFF2-40B4-BE49-F238E27FC236}">
                    <a16:creationId xmlns:a16="http://schemas.microsoft.com/office/drawing/2014/main" id="{08A10789-BA91-6BA0-830C-AA6CDA2B082C}"/>
                  </a:ext>
                </a:extLst>
              </p:cNvPr>
              <p:cNvPicPr/>
              <p:nvPr/>
            </p:nvPicPr>
            <p:blipFill>
              <a:blip r:embed="rId6"/>
              <a:stretch>
                <a:fillRect/>
              </a:stretch>
            </p:blipFill>
            <p:spPr>
              <a:xfrm>
                <a:off x="2483830" y="712980"/>
                <a:ext cx="1566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713A89FC-4695-D930-348B-75F2DEFE789C}"/>
                  </a:ext>
                </a:extLst>
              </p14:cNvPr>
              <p14:cNvContentPartPr/>
              <p14:nvPr/>
            </p14:nvContentPartPr>
            <p14:xfrm>
              <a:off x="2063710" y="710820"/>
              <a:ext cx="425880" cy="64080"/>
            </p14:xfrm>
          </p:contentPart>
        </mc:Choice>
        <mc:Fallback xmlns="">
          <p:pic>
            <p:nvPicPr>
              <p:cNvPr id="13" name="Ink 12">
                <a:extLst>
                  <a:ext uri="{FF2B5EF4-FFF2-40B4-BE49-F238E27FC236}">
                    <a16:creationId xmlns:a16="http://schemas.microsoft.com/office/drawing/2014/main" id="{713A89FC-4695-D930-348B-75F2DEFE789C}"/>
                  </a:ext>
                </a:extLst>
              </p:cNvPr>
              <p:cNvPicPr/>
              <p:nvPr/>
            </p:nvPicPr>
            <p:blipFill>
              <a:blip r:embed="rId8"/>
              <a:stretch>
                <a:fillRect/>
              </a:stretch>
            </p:blipFill>
            <p:spPr>
              <a:xfrm>
                <a:off x="2059030" y="706140"/>
                <a:ext cx="434520" cy="72720"/>
              </a:xfrm>
              <a:prstGeom prst="rect">
                <a:avLst/>
              </a:prstGeom>
            </p:spPr>
          </p:pic>
        </mc:Fallback>
      </mc:AlternateContent>
      <p:sp>
        <p:nvSpPr>
          <p:cNvPr id="14" name="TextBox 13">
            <a:extLst>
              <a:ext uri="{FF2B5EF4-FFF2-40B4-BE49-F238E27FC236}">
                <a16:creationId xmlns:a16="http://schemas.microsoft.com/office/drawing/2014/main" id="{00F5F886-23B7-DD45-A1D1-E82B5EC9D326}"/>
              </a:ext>
            </a:extLst>
          </p:cNvPr>
          <p:cNvSpPr txBox="1"/>
          <p:nvPr/>
        </p:nvSpPr>
        <p:spPr>
          <a:xfrm>
            <a:off x="798519" y="595388"/>
            <a:ext cx="1552679" cy="523220"/>
          </a:xfrm>
          <a:prstGeom prst="rect">
            <a:avLst/>
          </a:prstGeom>
          <a:noFill/>
        </p:spPr>
        <p:txBody>
          <a:bodyPr wrap="square" rtlCol="0">
            <a:spAutoFit/>
          </a:bodyPr>
          <a:lstStyle/>
          <a:p>
            <a:r>
              <a:rPr lang="en-US" sz="700" dirty="0">
                <a:solidFill>
                  <a:srgbClr val="FF0000"/>
                </a:solidFill>
              </a:rPr>
              <a:t>More references (at least 5)? </a:t>
            </a:r>
          </a:p>
          <a:p>
            <a:endParaRPr lang="en-US" sz="700" dirty="0">
              <a:solidFill>
                <a:srgbClr val="FF0000"/>
              </a:solidFill>
            </a:endParaRPr>
          </a:p>
          <a:p>
            <a:r>
              <a:rPr lang="en-US" sz="700" dirty="0">
                <a:solidFill>
                  <a:srgbClr val="FF0000"/>
                </a:solidFill>
              </a:rPr>
              <a:t>Often a sentence like this is ended with (see, e.g., [1][2][3]…)</a:t>
            </a:r>
          </a:p>
        </p:txBody>
      </p:sp>
      <p:sp>
        <p:nvSpPr>
          <p:cNvPr id="25" name="TextBox 24">
            <a:extLst>
              <a:ext uri="{FF2B5EF4-FFF2-40B4-BE49-F238E27FC236}">
                <a16:creationId xmlns:a16="http://schemas.microsoft.com/office/drawing/2014/main" id="{E730D8B8-19EB-2C31-DEF3-8861ECBD505C}"/>
              </a:ext>
            </a:extLst>
          </p:cNvPr>
          <p:cNvSpPr txBox="1"/>
          <p:nvPr/>
        </p:nvSpPr>
        <p:spPr>
          <a:xfrm>
            <a:off x="6665254" y="868708"/>
            <a:ext cx="1349901" cy="200055"/>
          </a:xfrm>
          <a:prstGeom prst="rect">
            <a:avLst/>
          </a:prstGeom>
          <a:noFill/>
        </p:spPr>
        <p:txBody>
          <a:bodyPr wrap="square" rtlCol="0">
            <a:spAutoFit/>
          </a:bodyPr>
          <a:lstStyle/>
          <a:p>
            <a:r>
              <a:rPr lang="en-US" sz="700" dirty="0">
                <a:solidFill>
                  <a:srgbClr val="FF0000"/>
                </a:solidFill>
              </a:rPr>
              <a:t>Use the same terminology</a:t>
            </a:r>
          </a:p>
        </p:txBody>
      </p:sp>
      <p:sp>
        <p:nvSpPr>
          <p:cNvPr id="34" name="TextBox 33">
            <a:extLst>
              <a:ext uri="{FF2B5EF4-FFF2-40B4-BE49-F238E27FC236}">
                <a16:creationId xmlns:a16="http://schemas.microsoft.com/office/drawing/2014/main" id="{0509224C-8883-1913-05EC-C01695B9F44D}"/>
              </a:ext>
            </a:extLst>
          </p:cNvPr>
          <p:cNvSpPr txBox="1"/>
          <p:nvPr/>
        </p:nvSpPr>
        <p:spPr>
          <a:xfrm>
            <a:off x="5945254" y="123777"/>
            <a:ext cx="1349901" cy="200055"/>
          </a:xfrm>
          <a:prstGeom prst="rect">
            <a:avLst/>
          </a:prstGeom>
          <a:noFill/>
        </p:spPr>
        <p:txBody>
          <a:bodyPr wrap="square" rtlCol="0">
            <a:spAutoFit/>
          </a:bodyPr>
          <a:lstStyle/>
          <a:p>
            <a:r>
              <a:rPr lang="en-US" sz="700" dirty="0">
                <a:solidFill>
                  <a:srgbClr val="FF0000"/>
                </a:solidFill>
              </a:rPr>
              <a:t>Is assumed to be</a:t>
            </a:r>
          </a:p>
        </p:txBody>
      </p:sp>
      <mc:AlternateContent xmlns:mc="http://schemas.openxmlformats.org/markup-compatibility/2006" xmlns:p14="http://schemas.microsoft.com/office/powerpoint/2010/main">
        <mc:Choice Requires="p14">
          <p:contentPart p14:bwMode="auto" r:id="rId9">
            <p14:nvContentPartPr>
              <p14:cNvPr id="35" name="Ink 34">
                <a:extLst>
                  <a:ext uri="{FF2B5EF4-FFF2-40B4-BE49-F238E27FC236}">
                    <a16:creationId xmlns:a16="http://schemas.microsoft.com/office/drawing/2014/main" id="{D040EACB-07E2-6019-CD79-E65D7EA6C202}"/>
                  </a:ext>
                </a:extLst>
              </p14:cNvPr>
              <p14:cNvContentPartPr/>
              <p14:nvPr/>
            </p14:nvContentPartPr>
            <p14:xfrm>
              <a:off x="2523970" y="1240710"/>
              <a:ext cx="298800" cy="10440"/>
            </p14:xfrm>
          </p:contentPart>
        </mc:Choice>
        <mc:Fallback xmlns="">
          <p:pic>
            <p:nvPicPr>
              <p:cNvPr id="35" name="Ink 34">
                <a:extLst>
                  <a:ext uri="{FF2B5EF4-FFF2-40B4-BE49-F238E27FC236}">
                    <a16:creationId xmlns:a16="http://schemas.microsoft.com/office/drawing/2014/main" id="{D040EACB-07E2-6019-CD79-E65D7EA6C202}"/>
                  </a:ext>
                </a:extLst>
              </p:cNvPr>
              <p:cNvPicPr/>
              <p:nvPr/>
            </p:nvPicPr>
            <p:blipFill>
              <a:blip r:embed="rId12"/>
              <a:stretch>
                <a:fillRect/>
              </a:stretch>
            </p:blipFill>
            <p:spPr>
              <a:xfrm>
                <a:off x="2519650" y="1236390"/>
                <a:ext cx="30744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0" name="Ink 39">
                <a:extLst>
                  <a:ext uri="{FF2B5EF4-FFF2-40B4-BE49-F238E27FC236}">
                    <a16:creationId xmlns:a16="http://schemas.microsoft.com/office/drawing/2014/main" id="{4738A108-CC9A-D383-59EE-F9CCC2AB70FD}"/>
                  </a:ext>
                </a:extLst>
              </p14:cNvPr>
              <p14:cNvContentPartPr/>
              <p14:nvPr/>
            </p14:nvContentPartPr>
            <p14:xfrm>
              <a:off x="2523970" y="977910"/>
              <a:ext cx="918360" cy="720"/>
            </p14:xfrm>
          </p:contentPart>
        </mc:Choice>
        <mc:Fallback xmlns="">
          <p:pic>
            <p:nvPicPr>
              <p:cNvPr id="40" name="Ink 39">
                <a:extLst>
                  <a:ext uri="{FF2B5EF4-FFF2-40B4-BE49-F238E27FC236}">
                    <a16:creationId xmlns:a16="http://schemas.microsoft.com/office/drawing/2014/main" id="{4738A108-CC9A-D383-59EE-F9CCC2AB70FD}"/>
                  </a:ext>
                </a:extLst>
              </p:cNvPr>
              <p:cNvPicPr/>
              <p:nvPr/>
            </p:nvPicPr>
            <p:blipFill>
              <a:blip r:embed="rId14"/>
              <a:stretch>
                <a:fillRect/>
              </a:stretch>
            </p:blipFill>
            <p:spPr>
              <a:xfrm>
                <a:off x="2519290" y="968550"/>
                <a:ext cx="927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2" name="Ink 41">
                <a:extLst>
                  <a:ext uri="{FF2B5EF4-FFF2-40B4-BE49-F238E27FC236}">
                    <a16:creationId xmlns:a16="http://schemas.microsoft.com/office/drawing/2014/main" id="{E5E6E5CD-036D-83FD-C4FC-AC54672783DB}"/>
                  </a:ext>
                </a:extLst>
              </p14:cNvPr>
              <p14:cNvContentPartPr/>
              <p14:nvPr/>
            </p14:nvContentPartPr>
            <p14:xfrm>
              <a:off x="3213130" y="872910"/>
              <a:ext cx="1870560" cy="720"/>
            </p14:xfrm>
          </p:contentPart>
        </mc:Choice>
        <mc:Fallback xmlns="">
          <p:pic>
            <p:nvPicPr>
              <p:cNvPr id="42" name="Ink 41">
                <a:extLst>
                  <a:ext uri="{FF2B5EF4-FFF2-40B4-BE49-F238E27FC236}">
                    <a16:creationId xmlns:a16="http://schemas.microsoft.com/office/drawing/2014/main" id="{E5E6E5CD-036D-83FD-C4FC-AC54672783DB}"/>
                  </a:ext>
                </a:extLst>
              </p:cNvPr>
              <p:cNvPicPr/>
              <p:nvPr/>
            </p:nvPicPr>
            <p:blipFill>
              <a:blip r:embed="rId16"/>
              <a:stretch>
                <a:fillRect/>
              </a:stretch>
            </p:blipFill>
            <p:spPr>
              <a:xfrm>
                <a:off x="3208450" y="863550"/>
                <a:ext cx="1879200" cy="18000"/>
              </a:xfrm>
              <a:prstGeom prst="rect">
                <a:avLst/>
              </a:prstGeom>
            </p:spPr>
          </p:pic>
        </mc:Fallback>
      </mc:AlternateContent>
      <p:sp>
        <p:nvSpPr>
          <p:cNvPr id="43" name="TextBox 42">
            <a:extLst>
              <a:ext uri="{FF2B5EF4-FFF2-40B4-BE49-F238E27FC236}">
                <a16:creationId xmlns:a16="http://schemas.microsoft.com/office/drawing/2014/main" id="{A5A5BB4C-50C1-575A-63F2-9EAC9E02463D}"/>
              </a:ext>
            </a:extLst>
          </p:cNvPr>
          <p:cNvSpPr txBox="1"/>
          <p:nvPr/>
        </p:nvSpPr>
        <p:spPr>
          <a:xfrm>
            <a:off x="6584120" y="1412776"/>
            <a:ext cx="1512167" cy="415498"/>
          </a:xfrm>
          <a:prstGeom prst="rect">
            <a:avLst/>
          </a:prstGeom>
          <a:noFill/>
        </p:spPr>
        <p:txBody>
          <a:bodyPr wrap="square" rtlCol="0">
            <a:spAutoFit/>
          </a:bodyPr>
          <a:lstStyle/>
          <a:p>
            <a:r>
              <a:rPr lang="en-US" sz="700" dirty="0">
                <a:solidFill>
                  <a:srgbClr val="FF0000"/>
                </a:solidFill>
              </a:rPr>
              <a:t>Thus, ignoring uncertainty may lead to capacity decisions that perform poorly in reality.</a:t>
            </a:r>
          </a:p>
        </p:txBody>
      </p:sp>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05CB67D5-525C-DA72-B5DA-9EAEBF5DD7D4}"/>
                  </a:ext>
                </a:extLst>
              </p14:cNvPr>
              <p14:cNvContentPartPr/>
              <p14:nvPr/>
            </p14:nvContentPartPr>
            <p14:xfrm>
              <a:off x="5181285" y="917285"/>
              <a:ext cx="516600" cy="10080"/>
            </p14:xfrm>
          </p:contentPart>
        </mc:Choice>
        <mc:Fallback xmlns="">
          <p:pic>
            <p:nvPicPr>
              <p:cNvPr id="20" name="Ink 19">
                <a:extLst>
                  <a:ext uri="{FF2B5EF4-FFF2-40B4-BE49-F238E27FC236}">
                    <a16:creationId xmlns:a16="http://schemas.microsoft.com/office/drawing/2014/main" id="{05CB67D5-525C-DA72-B5DA-9EAEBF5DD7D4}"/>
                  </a:ext>
                </a:extLst>
              </p:cNvPr>
              <p:cNvPicPr/>
              <p:nvPr/>
            </p:nvPicPr>
            <p:blipFill>
              <a:blip r:embed="rId18"/>
              <a:stretch>
                <a:fillRect/>
              </a:stretch>
            </p:blipFill>
            <p:spPr>
              <a:xfrm>
                <a:off x="5176965" y="912965"/>
                <a:ext cx="5252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1" name="Ink 20">
                <a:extLst>
                  <a:ext uri="{FF2B5EF4-FFF2-40B4-BE49-F238E27FC236}">
                    <a16:creationId xmlns:a16="http://schemas.microsoft.com/office/drawing/2014/main" id="{27195C72-BB9E-4F64-6994-D1FC5B12A774}"/>
                  </a:ext>
                </a:extLst>
              </p14:cNvPr>
              <p14:cNvContentPartPr/>
              <p14:nvPr/>
            </p14:nvContentPartPr>
            <p14:xfrm>
              <a:off x="5880045" y="1126805"/>
              <a:ext cx="740160" cy="10800"/>
            </p14:xfrm>
          </p:contentPart>
        </mc:Choice>
        <mc:Fallback xmlns="">
          <p:pic>
            <p:nvPicPr>
              <p:cNvPr id="21" name="Ink 20">
                <a:extLst>
                  <a:ext uri="{FF2B5EF4-FFF2-40B4-BE49-F238E27FC236}">
                    <a16:creationId xmlns:a16="http://schemas.microsoft.com/office/drawing/2014/main" id="{27195C72-BB9E-4F64-6994-D1FC5B12A774}"/>
                  </a:ext>
                </a:extLst>
              </p:cNvPr>
              <p:cNvPicPr/>
              <p:nvPr/>
            </p:nvPicPr>
            <p:blipFill>
              <a:blip r:embed="rId20"/>
              <a:stretch>
                <a:fillRect/>
              </a:stretch>
            </p:blipFill>
            <p:spPr>
              <a:xfrm>
                <a:off x="5875725" y="1122485"/>
                <a:ext cx="7488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Ink 21">
                <a:extLst>
                  <a:ext uri="{FF2B5EF4-FFF2-40B4-BE49-F238E27FC236}">
                    <a16:creationId xmlns:a16="http://schemas.microsoft.com/office/drawing/2014/main" id="{84F9552B-912E-4644-1320-2D34BBC1F036}"/>
                  </a:ext>
                </a:extLst>
              </p14:cNvPr>
              <p14:cNvContentPartPr/>
              <p14:nvPr/>
            </p14:nvContentPartPr>
            <p14:xfrm>
              <a:off x="5632365" y="933125"/>
              <a:ext cx="1053720" cy="73440"/>
            </p14:xfrm>
          </p:contentPart>
        </mc:Choice>
        <mc:Fallback xmlns="">
          <p:pic>
            <p:nvPicPr>
              <p:cNvPr id="22" name="Ink 21">
                <a:extLst>
                  <a:ext uri="{FF2B5EF4-FFF2-40B4-BE49-F238E27FC236}">
                    <a16:creationId xmlns:a16="http://schemas.microsoft.com/office/drawing/2014/main" id="{84F9552B-912E-4644-1320-2D34BBC1F036}"/>
                  </a:ext>
                </a:extLst>
              </p:cNvPr>
              <p:cNvPicPr/>
              <p:nvPr/>
            </p:nvPicPr>
            <p:blipFill>
              <a:blip r:embed="rId22"/>
              <a:stretch>
                <a:fillRect/>
              </a:stretch>
            </p:blipFill>
            <p:spPr>
              <a:xfrm>
                <a:off x="5628045" y="928805"/>
                <a:ext cx="10623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 name="Ink 22">
                <a:extLst>
                  <a:ext uri="{FF2B5EF4-FFF2-40B4-BE49-F238E27FC236}">
                    <a16:creationId xmlns:a16="http://schemas.microsoft.com/office/drawing/2014/main" id="{E0B6A286-E701-0593-2992-D5A55662D59D}"/>
                  </a:ext>
                </a:extLst>
              </p14:cNvPr>
              <p14:cNvContentPartPr/>
              <p14:nvPr/>
            </p14:nvContentPartPr>
            <p14:xfrm>
              <a:off x="6534165" y="1027805"/>
              <a:ext cx="180360" cy="148680"/>
            </p14:xfrm>
          </p:contentPart>
        </mc:Choice>
        <mc:Fallback xmlns="">
          <p:pic>
            <p:nvPicPr>
              <p:cNvPr id="23" name="Ink 22">
                <a:extLst>
                  <a:ext uri="{FF2B5EF4-FFF2-40B4-BE49-F238E27FC236}">
                    <a16:creationId xmlns:a16="http://schemas.microsoft.com/office/drawing/2014/main" id="{E0B6A286-E701-0593-2992-D5A55662D59D}"/>
                  </a:ext>
                </a:extLst>
              </p:cNvPr>
              <p:cNvPicPr/>
              <p:nvPr/>
            </p:nvPicPr>
            <p:blipFill>
              <a:blip r:embed="rId24"/>
              <a:stretch>
                <a:fillRect/>
              </a:stretch>
            </p:blipFill>
            <p:spPr>
              <a:xfrm>
                <a:off x="6529845" y="1023485"/>
                <a:ext cx="1890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4" name="Ink 43">
                <a:extLst>
                  <a:ext uri="{FF2B5EF4-FFF2-40B4-BE49-F238E27FC236}">
                    <a16:creationId xmlns:a16="http://schemas.microsoft.com/office/drawing/2014/main" id="{728CE798-630B-4656-8DC1-AC118D8D96A6}"/>
                  </a:ext>
                </a:extLst>
              </p14:cNvPr>
              <p14:cNvContentPartPr/>
              <p14:nvPr/>
            </p14:nvContentPartPr>
            <p14:xfrm>
              <a:off x="4311610" y="882510"/>
              <a:ext cx="2628360" cy="578160"/>
            </p14:xfrm>
          </p:contentPart>
        </mc:Choice>
        <mc:Fallback xmlns="">
          <p:pic>
            <p:nvPicPr>
              <p:cNvPr id="44" name="Ink 43">
                <a:extLst>
                  <a:ext uri="{FF2B5EF4-FFF2-40B4-BE49-F238E27FC236}">
                    <a16:creationId xmlns:a16="http://schemas.microsoft.com/office/drawing/2014/main" id="{728CE798-630B-4656-8DC1-AC118D8D96A6}"/>
                  </a:ext>
                </a:extLst>
              </p:cNvPr>
              <p:cNvPicPr/>
              <p:nvPr/>
            </p:nvPicPr>
            <p:blipFill>
              <a:blip r:embed="rId26"/>
              <a:stretch>
                <a:fillRect/>
              </a:stretch>
            </p:blipFill>
            <p:spPr>
              <a:xfrm>
                <a:off x="4307290" y="878190"/>
                <a:ext cx="2637000" cy="586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9" name="Ink 48">
                <a:extLst>
                  <a:ext uri="{FF2B5EF4-FFF2-40B4-BE49-F238E27FC236}">
                    <a16:creationId xmlns:a16="http://schemas.microsoft.com/office/drawing/2014/main" id="{6D2C000A-C96D-87E4-F1A1-F79CD853A2F9}"/>
                  </a:ext>
                </a:extLst>
              </p14:cNvPr>
              <p14:cNvContentPartPr/>
              <p14:nvPr/>
            </p14:nvContentPartPr>
            <p14:xfrm>
              <a:off x="3824250" y="1199880"/>
              <a:ext cx="1983240" cy="16560"/>
            </p14:xfrm>
          </p:contentPart>
        </mc:Choice>
        <mc:Fallback xmlns="">
          <p:pic>
            <p:nvPicPr>
              <p:cNvPr id="49" name="Ink 48">
                <a:extLst>
                  <a:ext uri="{FF2B5EF4-FFF2-40B4-BE49-F238E27FC236}">
                    <a16:creationId xmlns:a16="http://schemas.microsoft.com/office/drawing/2014/main" id="{6D2C000A-C96D-87E4-F1A1-F79CD853A2F9}"/>
                  </a:ext>
                </a:extLst>
              </p:cNvPr>
              <p:cNvPicPr/>
              <p:nvPr/>
            </p:nvPicPr>
            <p:blipFill>
              <a:blip r:embed="rId28"/>
              <a:stretch>
                <a:fillRect/>
              </a:stretch>
            </p:blipFill>
            <p:spPr>
              <a:xfrm>
                <a:off x="3819930" y="1195560"/>
                <a:ext cx="19918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0" name="Ink 49">
                <a:extLst>
                  <a:ext uri="{FF2B5EF4-FFF2-40B4-BE49-F238E27FC236}">
                    <a16:creationId xmlns:a16="http://schemas.microsoft.com/office/drawing/2014/main" id="{63CE8B55-5A77-7D63-ACB5-B14D6AD8AEEC}"/>
                  </a:ext>
                </a:extLst>
              </p14:cNvPr>
              <p14:cNvContentPartPr/>
              <p14:nvPr/>
            </p14:nvContentPartPr>
            <p14:xfrm>
              <a:off x="2905170" y="1204740"/>
              <a:ext cx="1133640" cy="14760"/>
            </p14:xfrm>
          </p:contentPart>
        </mc:Choice>
        <mc:Fallback xmlns="">
          <p:pic>
            <p:nvPicPr>
              <p:cNvPr id="50" name="Ink 49">
                <a:extLst>
                  <a:ext uri="{FF2B5EF4-FFF2-40B4-BE49-F238E27FC236}">
                    <a16:creationId xmlns:a16="http://schemas.microsoft.com/office/drawing/2014/main" id="{63CE8B55-5A77-7D63-ACB5-B14D6AD8AEEC}"/>
                  </a:ext>
                </a:extLst>
              </p:cNvPr>
              <p:cNvPicPr/>
              <p:nvPr/>
            </p:nvPicPr>
            <p:blipFill>
              <a:blip r:embed="rId30"/>
              <a:stretch>
                <a:fillRect/>
              </a:stretch>
            </p:blipFill>
            <p:spPr>
              <a:xfrm>
                <a:off x="2900850" y="1200420"/>
                <a:ext cx="11422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7" name="Ink 56">
                <a:extLst>
                  <a:ext uri="{FF2B5EF4-FFF2-40B4-BE49-F238E27FC236}">
                    <a16:creationId xmlns:a16="http://schemas.microsoft.com/office/drawing/2014/main" id="{2803F86A-5F4D-37EE-F4E2-992469AD559A}"/>
                  </a:ext>
                </a:extLst>
              </p14:cNvPr>
              <p14:cNvContentPartPr/>
              <p14:nvPr/>
            </p14:nvContentPartPr>
            <p14:xfrm>
              <a:off x="1954800" y="1214100"/>
              <a:ext cx="3898440" cy="537840"/>
            </p14:xfrm>
          </p:contentPart>
        </mc:Choice>
        <mc:Fallback xmlns="">
          <p:pic>
            <p:nvPicPr>
              <p:cNvPr id="57" name="Ink 56">
                <a:extLst>
                  <a:ext uri="{FF2B5EF4-FFF2-40B4-BE49-F238E27FC236}">
                    <a16:creationId xmlns:a16="http://schemas.microsoft.com/office/drawing/2014/main" id="{2803F86A-5F4D-37EE-F4E2-992469AD559A}"/>
                  </a:ext>
                </a:extLst>
              </p:cNvPr>
              <p:cNvPicPr/>
              <p:nvPr/>
            </p:nvPicPr>
            <p:blipFill>
              <a:blip r:embed="rId32"/>
              <a:stretch>
                <a:fillRect/>
              </a:stretch>
            </p:blipFill>
            <p:spPr>
              <a:xfrm>
                <a:off x="1950480" y="1209780"/>
                <a:ext cx="3907080" cy="546480"/>
              </a:xfrm>
              <a:prstGeom prst="rect">
                <a:avLst/>
              </a:prstGeom>
            </p:spPr>
          </p:pic>
        </mc:Fallback>
      </mc:AlternateContent>
      <p:sp>
        <p:nvSpPr>
          <p:cNvPr id="59" name="TextBox 58">
            <a:extLst>
              <a:ext uri="{FF2B5EF4-FFF2-40B4-BE49-F238E27FC236}">
                <a16:creationId xmlns:a16="http://schemas.microsoft.com/office/drawing/2014/main" id="{BE33FB1A-FF2C-FAB9-B430-55F4D876FDDE}"/>
              </a:ext>
            </a:extLst>
          </p:cNvPr>
          <p:cNvSpPr txBox="1"/>
          <p:nvPr/>
        </p:nvSpPr>
        <p:spPr>
          <a:xfrm>
            <a:off x="633887" y="1741950"/>
            <a:ext cx="1552679" cy="415498"/>
          </a:xfrm>
          <a:prstGeom prst="rect">
            <a:avLst/>
          </a:prstGeom>
          <a:noFill/>
        </p:spPr>
        <p:txBody>
          <a:bodyPr wrap="square" rtlCol="0">
            <a:spAutoFit/>
          </a:bodyPr>
          <a:lstStyle/>
          <a:p>
            <a:r>
              <a:rPr lang="en-US" sz="700" dirty="0">
                <a:solidFill>
                  <a:srgbClr val="FF0000"/>
                </a:solidFill>
              </a:rPr>
              <a:t>As an illustrative case study, we consider a single-period capacity decision problem for the Haiti….</a:t>
            </a:r>
          </a:p>
        </p:txBody>
      </p:sp>
      <mc:AlternateContent xmlns:mc="http://schemas.openxmlformats.org/markup-compatibility/2006" xmlns:p14="http://schemas.microsoft.com/office/powerpoint/2010/main">
        <mc:Choice Requires="p14">
          <p:contentPart p14:bwMode="auto" r:id="rId33">
            <p14:nvContentPartPr>
              <p14:cNvPr id="61" name="Ink 60">
                <a:extLst>
                  <a:ext uri="{FF2B5EF4-FFF2-40B4-BE49-F238E27FC236}">
                    <a16:creationId xmlns:a16="http://schemas.microsoft.com/office/drawing/2014/main" id="{D03DD1EA-BC12-1D10-DF94-E4C72C49A3DB}"/>
                  </a:ext>
                </a:extLst>
              </p14:cNvPr>
              <p14:cNvContentPartPr/>
              <p14:nvPr/>
            </p14:nvContentPartPr>
            <p14:xfrm>
              <a:off x="2805120" y="1300140"/>
              <a:ext cx="1715040" cy="720"/>
            </p14:xfrm>
          </p:contentPart>
        </mc:Choice>
        <mc:Fallback xmlns="">
          <p:pic>
            <p:nvPicPr>
              <p:cNvPr id="61" name="Ink 60">
                <a:extLst>
                  <a:ext uri="{FF2B5EF4-FFF2-40B4-BE49-F238E27FC236}">
                    <a16:creationId xmlns:a16="http://schemas.microsoft.com/office/drawing/2014/main" id="{D03DD1EA-BC12-1D10-DF94-E4C72C49A3DB}"/>
                  </a:ext>
                </a:extLst>
              </p:cNvPr>
              <p:cNvPicPr/>
              <p:nvPr/>
            </p:nvPicPr>
            <p:blipFill>
              <a:blip r:embed="rId34"/>
              <a:stretch>
                <a:fillRect/>
              </a:stretch>
            </p:blipFill>
            <p:spPr>
              <a:xfrm>
                <a:off x="2800440" y="1290780"/>
                <a:ext cx="1723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2" name="Ink 61">
                <a:extLst>
                  <a:ext uri="{FF2B5EF4-FFF2-40B4-BE49-F238E27FC236}">
                    <a16:creationId xmlns:a16="http://schemas.microsoft.com/office/drawing/2014/main" id="{CA6A85EF-0793-8B3F-EC48-D0FB56CB0978}"/>
                  </a:ext>
                </a:extLst>
              </p14:cNvPr>
              <p14:cNvContentPartPr/>
              <p14:nvPr/>
            </p14:nvContentPartPr>
            <p14:xfrm>
              <a:off x="4543200" y="1290420"/>
              <a:ext cx="128520" cy="5040"/>
            </p14:xfrm>
          </p:contentPart>
        </mc:Choice>
        <mc:Fallback xmlns="">
          <p:pic>
            <p:nvPicPr>
              <p:cNvPr id="62" name="Ink 61">
                <a:extLst>
                  <a:ext uri="{FF2B5EF4-FFF2-40B4-BE49-F238E27FC236}">
                    <a16:creationId xmlns:a16="http://schemas.microsoft.com/office/drawing/2014/main" id="{CA6A85EF-0793-8B3F-EC48-D0FB56CB0978}"/>
                  </a:ext>
                </a:extLst>
              </p:cNvPr>
              <p:cNvPicPr/>
              <p:nvPr/>
            </p:nvPicPr>
            <p:blipFill>
              <a:blip r:embed="rId36"/>
              <a:stretch>
                <a:fillRect/>
              </a:stretch>
            </p:blipFill>
            <p:spPr>
              <a:xfrm>
                <a:off x="4538880" y="1286100"/>
                <a:ext cx="1371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3" name="Ink 62">
                <a:extLst>
                  <a:ext uri="{FF2B5EF4-FFF2-40B4-BE49-F238E27FC236}">
                    <a16:creationId xmlns:a16="http://schemas.microsoft.com/office/drawing/2014/main" id="{FE8DE0B7-B293-BE2F-0F96-7FE85DCA09FA}"/>
                  </a:ext>
                </a:extLst>
              </p14:cNvPr>
              <p14:cNvContentPartPr/>
              <p14:nvPr/>
            </p14:nvContentPartPr>
            <p14:xfrm>
              <a:off x="4623840" y="1290420"/>
              <a:ext cx="2095560" cy="695880"/>
            </p14:xfrm>
          </p:contentPart>
        </mc:Choice>
        <mc:Fallback xmlns="">
          <p:pic>
            <p:nvPicPr>
              <p:cNvPr id="63" name="Ink 62">
                <a:extLst>
                  <a:ext uri="{FF2B5EF4-FFF2-40B4-BE49-F238E27FC236}">
                    <a16:creationId xmlns:a16="http://schemas.microsoft.com/office/drawing/2014/main" id="{FE8DE0B7-B293-BE2F-0F96-7FE85DCA09FA}"/>
                  </a:ext>
                </a:extLst>
              </p:cNvPr>
              <p:cNvPicPr/>
              <p:nvPr/>
            </p:nvPicPr>
            <p:blipFill>
              <a:blip r:embed="rId38"/>
              <a:stretch>
                <a:fillRect/>
              </a:stretch>
            </p:blipFill>
            <p:spPr>
              <a:xfrm>
                <a:off x="4619520" y="1286100"/>
                <a:ext cx="2104200" cy="704520"/>
              </a:xfrm>
              <a:prstGeom prst="rect">
                <a:avLst/>
              </a:prstGeom>
            </p:spPr>
          </p:pic>
        </mc:Fallback>
      </mc:AlternateContent>
      <p:sp>
        <p:nvSpPr>
          <p:cNvPr id="64" name="TextBox 63">
            <a:extLst>
              <a:ext uri="{FF2B5EF4-FFF2-40B4-BE49-F238E27FC236}">
                <a16:creationId xmlns:a16="http://schemas.microsoft.com/office/drawing/2014/main" id="{17470A0E-0791-A5C3-BC9B-4E3BDEDF0F13}"/>
              </a:ext>
            </a:extLst>
          </p:cNvPr>
          <p:cNvSpPr txBox="1"/>
          <p:nvPr/>
        </p:nvSpPr>
        <p:spPr>
          <a:xfrm>
            <a:off x="6694196" y="1816044"/>
            <a:ext cx="1512167" cy="846386"/>
          </a:xfrm>
          <a:prstGeom prst="rect">
            <a:avLst/>
          </a:prstGeom>
          <a:noFill/>
        </p:spPr>
        <p:txBody>
          <a:bodyPr wrap="square" rtlCol="0">
            <a:spAutoFit/>
          </a:bodyPr>
          <a:lstStyle/>
          <a:p>
            <a:r>
              <a:rPr lang="en-US" sz="700" dirty="0">
                <a:solidFill>
                  <a:srgbClr val="FF0000"/>
                </a:solidFill>
              </a:rPr>
              <a:t>For which …</a:t>
            </a:r>
          </a:p>
          <a:p>
            <a:endParaRPr lang="en-US" sz="700" dirty="0">
              <a:solidFill>
                <a:srgbClr val="FF0000"/>
              </a:solidFill>
            </a:endParaRPr>
          </a:p>
          <a:p>
            <a:r>
              <a:rPr lang="en-US" sz="700" dirty="0">
                <a:solidFill>
                  <a:srgbClr val="FF0000"/>
                </a:solidFill>
              </a:rPr>
              <a:t>Note verify that “humanitarian assistance” is the same as “resettlement capacity”. If so, then consider using the same terminology.</a:t>
            </a:r>
          </a:p>
        </p:txBody>
      </p:sp>
      <p:sp>
        <p:nvSpPr>
          <p:cNvPr id="68" name="TextBox 67">
            <a:extLst>
              <a:ext uri="{FF2B5EF4-FFF2-40B4-BE49-F238E27FC236}">
                <a16:creationId xmlns:a16="http://schemas.microsoft.com/office/drawing/2014/main" id="{398D7E98-C585-A623-3A8C-FF224FB1C5F9}"/>
              </a:ext>
            </a:extLst>
          </p:cNvPr>
          <p:cNvSpPr txBox="1"/>
          <p:nvPr/>
        </p:nvSpPr>
        <p:spPr>
          <a:xfrm>
            <a:off x="1052430" y="2267415"/>
            <a:ext cx="1552679" cy="523220"/>
          </a:xfrm>
          <a:prstGeom prst="rect">
            <a:avLst/>
          </a:prstGeom>
          <a:noFill/>
        </p:spPr>
        <p:txBody>
          <a:bodyPr wrap="square" rtlCol="0">
            <a:spAutoFit/>
          </a:bodyPr>
          <a:lstStyle/>
          <a:p>
            <a:r>
              <a:rPr lang="en-US" sz="700" dirty="0">
                <a:solidFill>
                  <a:srgbClr val="FF0000"/>
                </a:solidFill>
              </a:rPr>
              <a:t>This is largely repetition of the previous paragraph. Merge? (Maybe you can add the stuff about the decision maker stuff in here)</a:t>
            </a:r>
          </a:p>
        </p:txBody>
      </p:sp>
      <mc:AlternateContent xmlns:mc="http://schemas.openxmlformats.org/markup-compatibility/2006" xmlns:p14="http://schemas.microsoft.com/office/powerpoint/2010/main">
        <mc:Choice Requires="p14">
          <p:contentPart p14:bwMode="auto" r:id="rId39">
            <p14:nvContentPartPr>
              <p14:cNvPr id="75" name="Ink 74">
                <a:extLst>
                  <a:ext uri="{FF2B5EF4-FFF2-40B4-BE49-F238E27FC236}">
                    <a16:creationId xmlns:a16="http://schemas.microsoft.com/office/drawing/2014/main" id="{C2287B32-55B9-537B-36BF-C0F5D90A5FD5}"/>
                  </a:ext>
                </a:extLst>
              </p14:cNvPr>
              <p14:cNvContentPartPr/>
              <p14:nvPr/>
            </p14:nvContentPartPr>
            <p14:xfrm>
              <a:off x="3790800" y="1709280"/>
              <a:ext cx="1086480" cy="11160"/>
            </p14:xfrm>
          </p:contentPart>
        </mc:Choice>
        <mc:Fallback xmlns="">
          <p:pic>
            <p:nvPicPr>
              <p:cNvPr id="75" name="Ink 74">
                <a:extLst>
                  <a:ext uri="{FF2B5EF4-FFF2-40B4-BE49-F238E27FC236}">
                    <a16:creationId xmlns:a16="http://schemas.microsoft.com/office/drawing/2014/main" id="{C2287B32-55B9-537B-36BF-C0F5D90A5FD5}"/>
                  </a:ext>
                </a:extLst>
              </p:cNvPr>
              <p:cNvPicPr/>
              <p:nvPr/>
            </p:nvPicPr>
            <p:blipFill>
              <a:blip r:embed="rId40"/>
              <a:stretch>
                <a:fillRect/>
              </a:stretch>
            </p:blipFill>
            <p:spPr>
              <a:xfrm>
                <a:off x="3786480" y="1704960"/>
                <a:ext cx="109512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80" name="Ink 79">
                <a:extLst>
                  <a:ext uri="{FF2B5EF4-FFF2-40B4-BE49-F238E27FC236}">
                    <a16:creationId xmlns:a16="http://schemas.microsoft.com/office/drawing/2014/main" id="{028A09AC-1DEE-8E97-F797-5E0334537E6E}"/>
                  </a:ext>
                </a:extLst>
              </p14:cNvPr>
              <p14:cNvContentPartPr/>
              <p14:nvPr/>
            </p14:nvContentPartPr>
            <p14:xfrm>
              <a:off x="2857320" y="1723860"/>
              <a:ext cx="833760" cy="360"/>
            </p14:xfrm>
          </p:contentPart>
        </mc:Choice>
        <mc:Fallback xmlns="">
          <p:pic>
            <p:nvPicPr>
              <p:cNvPr id="80" name="Ink 79">
                <a:extLst>
                  <a:ext uri="{FF2B5EF4-FFF2-40B4-BE49-F238E27FC236}">
                    <a16:creationId xmlns:a16="http://schemas.microsoft.com/office/drawing/2014/main" id="{028A09AC-1DEE-8E97-F797-5E0334537E6E}"/>
                  </a:ext>
                </a:extLst>
              </p:cNvPr>
              <p:cNvPicPr/>
              <p:nvPr/>
            </p:nvPicPr>
            <p:blipFill>
              <a:blip r:embed="rId42"/>
              <a:stretch>
                <a:fillRect/>
              </a:stretch>
            </p:blipFill>
            <p:spPr>
              <a:xfrm>
                <a:off x="2852640" y="1719180"/>
                <a:ext cx="842400" cy="9000"/>
              </a:xfrm>
              <a:prstGeom prst="rect">
                <a:avLst/>
              </a:prstGeom>
            </p:spPr>
          </p:pic>
        </mc:Fallback>
      </mc:AlternateContent>
      <p:grpSp>
        <p:nvGrpSpPr>
          <p:cNvPr id="86" name="Group 85">
            <a:extLst>
              <a:ext uri="{FF2B5EF4-FFF2-40B4-BE49-F238E27FC236}">
                <a16:creationId xmlns:a16="http://schemas.microsoft.com/office/drawing/2014/main" id="{DAEAFA23-9E63-3C81-E121-706F13559C44}"/>
              </a:ext>
            </a:extLst>
          </p:cNvPr>
          <p:cNvGrpSpPr/>
          <p:nvPr/>
        </p:nvGrpSpPr>
        <p:grpSpPr>
          <a:xfrm>
            <a:off x="4838400" y="1627740"/>
            <a:ext cx="248400" cy="154440"/>
            <a:chOff x="4838400" y="1627740"/>
            <a:chExt cx="248400" cy="154440"/>
          </a:xfrm>
        </p:grpSpPr>
        <mc:AlternateContent xmlns:mc="http://schemas.openxmlformats.org/markup-compatibility/2006" xmlns:p14="http://schemas.microsoft.com/office/powerpoint/2010/main">
          <mc:Choice Requires="p14">
            <p:contentPart p14:bwMode="auto" r:id="rId43">
              <p14:nvContentPartPr>
                <p14:cNvPr id="81" name="Ink 80">
                  <a:extLst>
                    <a:ext uri="{FF2B5EF4-FFF2-40B4-BE49-F238E27FC236}">
                      <a16:creationId xmlns:a16="http://schemas.microsoft.com/office/drawing/2014/main" id="{7050790E-9119-3205-1888-FECCB414CF41}"/>
                    </a:ext>
                  </a:extLst>
                </p14:cNvPr>
                <p14:cNvContentPartPr/>
                <p14:nvPr/>
              </p14:nvContentPartPr>
              <p14:xfrm>
                <a:off x="4838400" y="1627740"/>
                <a:ext cx="200520" cy="5760"/>
              </p14:xfrm>
            </p:contentPart>
          </mc:Choice>
          <mc:Fallback xmlns="">
            <p:pic>
              <p:nvPicPr>
                <p:cNvPr id="81" name="Ink 80">
                  <a:extLst>
                    <a:ext uri="{FF2B5EF4-FFF2-40B4-BE49-F238E27FC236}">
                      <a16:creationId xmlns:a16="http://schemas.microsoft.com/office/drawing/2014/main" id="{7050790E-9119-3205-1888-FECCB414CF41}"/>
                    </a:ext>
                  </a:extLst>
                </p:cNvPr>
                <p:cNvPicPr/>
                <p:nvPr/>
              </p:nvPicPr>
              <p:blipFill>
                <a:blip r:embed="rId44"/>
                <a:stretch>
                  <a:fillRect/>
                </a:stretch>
              </p:blipFill>
              <p:spPr>
                <a:xfrm>
                  <a:off x="4834080" y="1623420"/>
                  <a:ext cx="20916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82" name="Ink 81">
                  <a:extLst>
                    <a:ext uri="{FF2B5EF4-FFF2-40B4-BE49-F238E27FC236}">
                      <a16:creationId xmlns:a16="http://schemas.microsoft.com/office/drawing/2014/main" id="{AFD8B8C6-B64C-1336-4580-8080D09E667C}"/>
                    </a:ext>
                  </a:extLst>
                </p14:cNvPr>
                <p14:cNvContentPartPr/>
                <p14:nvPr/>
              </p14:nvContentPartPr>
              <p14:xfrm>
                <a:off x="4983120" y="1709460"/>
                <a:ext cx="36720" cy="67680"/>
              </p14:xfrm>
            </p:contentPart>
          </mc:Choice>
          <mc:Fallback xmlns="">
            <p:pic>
              <p:nvPicPr>
                <p:cNvPr id="82" name="Ink 81">
                  <a:extLst>
                    <a:ext uri="{FF2B5EF4-FFF2-40B4-BE49-F238E27FC236}">
                      <a16:creationId xmlns:a16="http://schemas.microsoft.com/office/drawing/2014/main" id="{AFD8B8C6-B64C-1336-4580-8080D09E667C}"/>
                    </a:ext>
                  </a:extLst>
                </p:cNvPr>
                <p:cNvPicPr/>
                <p:nvPr/>
              </p:nvPicPr>
              <p:blipFill>
                <a:blip r:embed="rId46"/>
                <a:stretch>
                  <a:fillRect/>
                </a:stretch>
              </p:blipFill>
              <p:spPr>
                <a:xfrm>
                  <a:off x="4978800" y="1705140"/>
                  <a:ext cx="453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83" name="Ink 82">
                  <a:extLst>
                    <a:ext uri="{FF2B5EF4-FFF2-40B4-BE49-F238E27FC236}">
                      <a16:creationId xmlns:a16="http://schemas.microsoft.com/office/drawing/2014/main" id="{40470096-DDDF-531F-B09E-CD868A1F3ADD}"/>
                    </a:ext>
                  </a:extLst>
                </p14:cNvPr>
                <p14:cNvContentPartPr/>
                <p14:nvPr/>
              </p14:nvContentPartPr>
              <p14:xfrm>
                <a:off x="5039640" y="1734300"/>
                <a:ext cx="47160" cy="47880"/>
              </p14:xfrm>
            </p:contentPart>
          </mc:Choice>
          <mc:Fallback xmlns="">
            <p:pic>
              <p:nvPicPr>
                <p:cNvPr id="83" name="Ink 82">
                  <a:extLst>
                    <a:ext uri="{FF2B5EF4-FFF2-40B4-BE49-F238E27FC236}">
                      <a16:creationId xmlns:a16="http://schemas.microsoft.com/office/drawing/2014/main" id="{40470096-DDDF-531F-B09E-CD868A1F3ADD}"/>
                    </a:ext>
                  </a:extLst>
                </p:cNvPr>
                <p:cNvPicPr/>
                <p:nvPr/>
              </p:nvPicPr>
              <p:blipFill>
                <a:blip r:embed="rId48"/>
                <a:stretch>
                  <a:fillRect/>
                </a:stretch>
              </p:blipFill>
              <p:spPr>
                <a:xfrm>
                  <a:off x="5035320" y="1729980"/>
                  <a:ext cx="5580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5" name="Ink 84">
                  <a:extLst>
                    <a:ext uri="{FF2B5EF4-FFF2-40B4-BE49-F238E27FC236}">
                      <a16:creationId xmlns:a16="http://schemas.microsoft.com/office/drawing/2014/main" id="{E4442541-D036-EBDF-7192-4934775D09E7}"/>
                    </a:ext>
                  </a:extLst>
                </p14:cNvPr>
                <p14:cNvContentPartPr/>
                <p14:nvPr/>
              </p14:nvContentPartPr>
              <p14:xfrm>
                <a:off x="5000040" y="1744740"/>
                <a:ext cx="10440" cy="12960"/>
              </p14:xfrm>
            </p:contentPart>
          </mc:Choice>
          <mc:Fallback xmlns="">
            <p:pic>
              <p:nvPicPr>
                <p:cNvPr id="85" name="Ink 84">
                  <a:extLst>
                    <a:ext uri="{FF2B5EF4-FFF2-40B4-BE49-F238E27FC236}">
                      <a16:creationId xmlns:a16="http://schemas.microsoft.com/office/drawing/2014/main" id="{E4442541-D036-EBDF-7192-4934775D09E7}"/>
                    </a:ext>
                  </a:extLst>
                </p:cNvPr>
                <p:cNvPicPr/>
                <p:nvPr/>
              </p:nvPicPr>
              <p:blipFill>
                <a:blip r:embed="rId50"/>
                <a:stretch>
                  <a:fillRect/>
                </a:stretch>
              </p:blipFill>
              <p:spPr>
                <a:xfrm>
                  <a:off x="4995720" y="1740420"/>
                  <a:ext cx="19080" cy="2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87" name="Ink 86">
                <a:extLst>
                  <a:ext uri="{FF2B5EF4-FFF2-40B4-BE49-F238E27FC236}">
                    <a16:creationId xmlns:a16="http://schemas.microsoft.com/office/drawing/2014/main" id="{34F56FAA-88BD-CC53-3E78-1C094E855F5F}"/>
                  </a:ext>
                </a:extLst>
              </p14:cNvPr>
              <p14:cNvContentPartPr/>
              <p14:nvPr/>
            </p14:nvContentPartPr>
            <p14:xfrm>
              <a:off x="2217600" y="2085840"/>
              <a:ext cx="1585800" cy="1036800"/>
            </p14:xfrm>
          </p:contentPart>
        </mc:Choice>
        <mc:Fallback xmlns="">
          <p:pic>
            <p:nvPicPr>
              <p:cNvPr id="87" name="Ink 86">
                <a:extLst>
                  <a:ext uri="{FF2B5EF4-FFF2-40B4-BE49-F238E27FC236}">
                    <a16:creationId xmlns:a16="http://schemas.microsoft.com/office/drawing/2014/main" id="{34F56FAA-88BD-CC53-3E78-1C094E855F5F}"/>
                  </a:ext>
                </a:extLst>
              </p:cNvPr>
              <p:cNvPicPr/>
              <p:nvPr/>
            </p:nvPicPr>
            <p:blipFill>
              <a:blip r:embed="rId52"/>
              <a:stretch>
                <a:fillRect/>
              </a:stretch>
            </p:blipFill>
            <p:spPr>
              <a:xfrm>
                <a:off x="2213280" y="2081520"/>
                <a:ext cx="1594440" cy="1045440"/>
              </a:xfrm>
              <a:prstGeom prst="rect">
                <a:avLst/>
              </a:prstGeom>
            </p:spPr>
          </p:pic>
        </mc:Fallback>
      </mc:AlternateContent>
      <p:sp>
        <p:nvSpPr>
          <p:cNvPr id="88" name="TextBox 87">
            <a:extLst>
              <a:ext uri="{FF2B5EF4-FFF2-40B4-BE49-F238E27FC236}">
                <a16:creationId xmlns:a16="http://schemas.microsoft.com/office/drawing/2014/main" id="{406BEBA9-B057-CAF5-0908-D4D05424E7B2}"/>
              </a:ext>
            </a:extLst>
          </p:cNvPr>
          <p:cNvSpPr txBox="1"/>
          <p:nvPr/>
        </p:nvSpPr>
        <p:spPr>
          <a:xfrm>
            <a:off x="818790" y="3229835"/>
            <a:ext cx="1552679" cy="738664"/>
          </a:xfrm>
          <a:prstGeom prst="rect">
            <a:avLst/>
          </a:prstGeom>
          <a:noFill/>
        </p:spPr>
        <p:txBody>
          <a:bodyPr wrap="square" rtlCol="0">
            <a:spAutoFit/>
          </a:bodyPr>
          <a:lstStyle/>
          <a:p>
            <a:r>
              <a:rPr lang="en-US" sz="700" dirty="0">
                <a:solidFill>
                  <a:srgbClr val="FF0000"/>
                </a:solidFill>
              </a:rPr>
              <a:t>Give concrete examples for why the demand can be zero (e.g., sparsely populated location), moderate (e.g., dense population), high (e.g., dense population, long duration, cascading effects…)</a:t>
            </a:r>
          </a:p>
        </p:txBody>
      </p:sp>
      <mc:AlternateContent xmlns:mc="http://schemas.openxmlformats.org/markup-compatibility/2006" xmlns:p14="http://schemas.microsoft.com/office/powerpoint/2010/main">
        <mc:Choice Requires="p14">
          <p:contentPart p14:bwMode="auto" r:id="rId53">
            <p14:nvContentPartPr>
              <p14:cNvPr id="89" name="Ink 88">
                <a:extLst>
                  <a:ext uri="{FF2B5EF4-FFF2-40B4-BE49-F238E27FC236}">
                    <a16:creationId xmlns:a16="http://schemas.microsoft.com/office/drawing/2014/main" id="{7091353E-41E0-66EB-6BD8-6E00C223A3E2}"/>
                  </a:ext>
                </a:extLst>
              </p14:cNvPr>
              <p14:cNvContentPartPr/>
              <p14:nvPr/>
            </p14:nvContentPartPr>
            <p14:xfrm>
              <a:off x="5771880" y="2076120"/>
              <a:ext cx="61920" cy="360"/>
            </p14:xfrm>
          </p:contentPart>
        </mc:Choice>
        <mc:Fallback xmlns="">
          <p:pic>
            <p:nvPicPr>
              <p:cNvPr id="89" name="Ink 88">
                <a:extLst>
                  <a:ext uri="{FF2B5EF4-FFF2-40B4-BE49-F238E27FC236}">
                    <a16:creationId xmlns:a16="http://schemas.microsoft.com/office/drawing/2014/main" id="{7091353E-41E0-66EB-6BD8-6E00C223A3E2}"/>
                  </a:ext>
                </a:extLst>
              </p:cNvPr>
              <p:cNvPicPr/>
              <p:nvPr/>
            </p:nvPicPr>
            <p:blipFill>
              <a:blip r:embed="rId54"/>
              <a:stretch>
                <a:fillRect/>
              </a:stretch>
            </p:blipFill>
            <p:spPr>
              <a:xfrm>
                <a:off x="5767560" y="2071800"/>
                <a:ext cx="705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0" name="Ink 89">
                <a:extLst>
                  <a:ext uri="{FF2B5EF4-FFF2-40B4-BE49-F238E27FC236}">
                    <a16:creationId xmlns:a16="http://schemas.microsoft.com/office/drawing/2014/main" id="{07203459-5308-CDCB-F41F-343C756D485D}"/>
                  </a:ext>
                </a:extLst>
              </p14:cNvPr>
              <p14:cNvContentPartPr/>
              <p14:nvPr/>
            </p14:nvContentPartPr>
            <p14:xfrm>
              <a:off x="5796000" y="2085840"/>
              <a:ext cx="899640" cy="743400"/>
            </p14:xfrm>
          </p:contentPart>
        </mc:Choice>
        <mc:Fallback xmlns="">
          <p:pic>
            <p:nvPicPr>
              <p:cNvPr id="90" name="Ink 89">
                <a:extLst>
                  <a:ext uri="{FF2B5EF4-FFF2-40B4-BE49-F238E27FC236}">
                    <a16:creationId xmlns:a16="http://schemas.microsoft.com/office/drawing/2014/main" id="{07203459-5308-CDCB-F41F-343C756D485D}"/>
                  </a:ext>
                </a:extLst>
              </p:cNvPr>
              <p:cNvPicPr/>
              <p:nvPr/>
            </p:nvPicPr>
            <p:blipFill>
              <a:blip r:embed="rId56"/>
              <a:stretch>
                <a:fillRect/>
              </a:stretch>
            </p:blipFill>
            <p:spPr>
              <a:xfrm>
                <a:off x="5791680" y="2081520"/>
                <a:ext cx="908280" cy="752040"/>
              </a:xfrm>
              <a:prstGeom prst="rect">
                <a:avLst/>
              </a:prstGeom>
            </p:spPr>
          </p:pic>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9F45DA5E-A8AD-1C1A-0D0D-4FBB9D1ADA65}"/>
                  </a:ext>
                </a:extLst>
              </p:cNvPr>
              <p:cNvSpPr txBox="1"/>
              <p:nvPr/>
            </p:nvSpPr>
            <p:spPr>
              <a:xfrm>
                <a:off x="6635210" y="2730387"/>
                <a:ext cx="1512167" cy="1923604"/>
              </a:xfrm>
              <a:prstGeom prst="rect">
                <a:avLst/>
              </a:prstGeom>
              <a:noFill/>
            </p:spPr>
            <p:txBody>
              <a:bodyPr wrap="square" rtlCol="0">
                <a:spAutoFit/>
              </a:bodyPr>
              <a:lstStyle/>
              <a:p>
                <a:r>
                  <a:rPr lang="en-US" sz="700" dirty="0">
                    <a:solidFill>
                      <a:srgbClr val="FF0000"/>
                    </a:solidFill>
                  </a:rPr>
                  <a:t>Thus, we model the demand as a lognormally distributed random variable </a:t>
                </a:r>
              </a:p>
              <a:p>
                <a:endParaRPr lang="en-US" sz="700" dirty="0">
                  <a:solidFill>
                    <a:srgbClr val="FF0000"/>
                  </a:solidFill>
                </a:endParaRPr>
              </a:p>
              <a:p>
                <a:r>
                  <a:rPr lang="en-US" sz="700" dirty="0">
                    <a:solidFill>
                      <a:srgbClr val="FF0000"/>
                    </a:solidFill>
                  </a:rPr>
                  <a:t>D ~ …,</a:t>
                </a:r>
              </a:p>
              <a:p>
                <a:endParaRPr lang="en-US" sz="700" dirty="0">
                  <a:solidFill>
                    <a:srgbClr val="FF0000"/>
                  </a:solidFill>
                </a:endParaRPr>
              </a:p>
              <a:p>
                <a:r>
                  <a:rPr lang="en-US" sz="700" dirty="0">
                    <a:solidFill>
                      <a:srgbClr val="FF0000"/>
                    </a:solidFill>
                  </a:rPr>
                  <a:t>where </a:t>
                </a:r>
                <a14:m>
                  <m:oMath xmlns:m="http://schemas.openxmlformats.org/officeDocument/2006/math">
                    <m:r>
                      <a:rPr lang="en-US" sz="700" b="0" i="1" smtClean="0">
                        <a:solidFill>
                          <a:srgbClr val="FF0000"/>
                        </a:solidFill>
                        <a:latin typeface="Cambria Math" panose="02040503050406030204" pitchFamily="18" charset="0"/>
                      </a:rPr>
                      <m:t>𝛼</m:t>
                    </m:r>
                    <m:r>
                      <a:rPr lang="en-US" sz="700" b="0" i="1" smtClean="0">
                        <a:solidFill>
                          <a:srgbClr val="FF0000"/>
                        </a:solidFill>
                        <a:latin typeface="Cambria Math" panose="02040503050406030204" pitchFamily="18" charset="0"/>
                      </a:rPr>
                      <m:t>∈[0, ??]</m:t>
                    </m:r>
                  </m:oMath>
                </a14:m>
                <a:r>
                  <a:rPr lang="en-US" sz="700" dirty="0">
                    <a:solidFill>
                      <a:srgbClr val="FF0000"/>
                    </a:solidFill>
                  </a:rPr>
                  <a:t> represents the level of uncertainty in the demand so that a higher value means higher uncertainty and </a:t>
                </a:r>
                <a14:m>
                  <m:oMath xmlns:m="http://schemas.openxmlformats.org/officeDocument/2006/math">
                    <m:r>
                      <a:rPr lang="en-US" sz="700" b="0" i="1" smtClean="0">
                        <a:solidFill>
                          <a:srgbClr val="FF0000"/>
                        </a:solidFill>
                        <a:latin typeface="Cambria Math" panose="02040503050406030204" pitchFamily="18" charset="0"/>
                      </a:rPr>
                      <m:t>𝔼</m:t>
                    </m:r>
                    <m:r>
                      <a:rPr lang="en-US" sz="700" b="0" i="1" smtClean="0">
                        <a:solidFill>
                          <a:srgbClr val="FF0000"/>
                        </a:solidFill>
                        <a:latin typeface="Cambria Math" panose="02040503050406030204" pitchFamily="18" charset="0"/>
                      </a:rPr>
                      <m:t>[⋅]</m:t>
                    </m:r>
                  </m:oMath>
                </a14:m>
                <a:r>
                  <a:rPr lang="en-US" sz="700" dirty="0">
                    <a:solidFill>
                      <a:srgbClr val="FF0000"/>
                    </a:solidFill>
                  </a:rPr>
                  <a:t> is the expectation operator.</a:t>
                </a:r>
              </a:p>
              <a:p>
                <a:endParaRPr lang="en-US" sz="700" dirty="0">
                  <a:solidFill>
                    <a:srgbClr val="FF0000"/>
                  </a:solidFill>
                </a:endParaRPr>
              </a:p>
              <a:p>
                <a:r>
                  <a:rPr lang="en-US" sz="700" dirty="0">
                    <a:solidFill>
                      <a:srgbClr val="FF0000"/>
                    </a:solidFill>
                  </a:rPr>
                  <a:t>MOTIVATE WHY E[D] = 1 (i.e., we intend to show that the expected costs increase with uncertainty, even if the expected demand stays the same).</a:t>
                </a:r>
              </a:p>
            </p:txBody>
          </p:sp>
        </mc:Choice>
        <mc:Fallback xmlns="">
          <p:sp>
            <p:nvSpPr>
              <p:cNvPr id="91" name="TextBox 90">
                <a:extLst>
                  <a:ext uri="{FF2B5EF4-FFF2-40B4-BE49-F238E27FC236}">
                    <a16:creationId xmlns:a16="http://schemas.microsoft.com/office/drawing/2014/main" id="{9F45DA5E-A8AD-1C1A-0D0D-4FBB9D1ADA65}"/>
                  </a:ext>
                </a:extLst>
              </p:cNvPr>
              <p:cNvSpPr txBox="1">
                <a:spLocks noRot="1" noChangeAspect="1" noMove="1" noResize="1" noEditPoints="1" noAdjustHandles="1" noChangeArrowheads="1" noChangeShapeType="1" noTextEdit="1"/>
              </p:cNvSpPr>
              <p:nvPr/>
            </p:nvSpPr>
            <p:spPr>
              <a:xfrm>
                <a:off x="6635210" y="2730387"/>
                <a:ext cx="1512167" cy="1923604"/>
              </a:xfrm>
              <a:prstGeom prst="rect">
                <a:avLst/>
              </a:prstGeom>
              <a:blipFill>
                <a:blip r:embed="rId57"/>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8">
            <p14:nvContentPartPr>
              <p14:cNvPr id="99" name="Ink 98">
                <a:extLst>
                  <a:ext uri="{FF2B5EF4-FFF2-40B4-BE49-F238E27FC236}">
                    <a16:creationId xmlns:a16="http://schemas.microsoft.com/office/drawing/2014/main" id="{2E4FB660-A446-AF7C-8CE9-5309096AD14B}"/>
                  </a:ext>
                </a:extLst>
              </p14:cNvPr>
              <p14:cNvContentPartPr/>
              <p14:nvPr/>
            </p14:nvContentPartPr>
            <p14:xfrm>
              <a:off x="3843105" y="2080928"/>
              <a:ext cx="1919880" cy="360"/>
            </p14:xfrm>
          </p:contentPart>
        </mc:Choice>
        <mc:Fallback xmlns="">
          <p:pic>
            <p:nvPicPr>
              <p:cNvPr id="99" name="Ink 98">
                <a:extLst>
                  <a:ext uri="{FF2B5EF4-FFF2-40B4-BE49-F238E27FC236}">
                    <a16:creationId xmlns:a16="http://schemas.microsoft.com/office/drawing/2014/main" id="{2E4FB660-A446-AF7C-8CE9-5309096AD14B}"/>
                  </a:ext>
                </a:extLst>
              </p:cNvPr>
              <p:cNvPicPr/>
              <p:nvPr/>
            </p:nvPicPr>
            <p:blipFill>
              <a:blip r:embed="rId59"/>
              <a:stretch>
                <a:fillRect/>
              </a:stretch>
            </p:blipFill>
            <p:spPr>
              <a:xfrm>
                <a:off x="3838425" y="2076248"/>
                <a:ext cx="19285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00" name="Ink 99">
                <a:extLst>
                  <a:ext uri="{FF2B5EF4-FFF2-40B4-BE49-F238E27FC236}">
                    <a16:creationId xmlns:a16="http://schemas.microsoft.com/office/drawing/2014/main" id="{96E8B33F-32FF-B403-CEA9-E4205265DECE}"/>
                  </a:ext>
                </a:extLst>
              </p14:cNvPr>
              <p14:cNvContentPartPr/>
              <p14:nvPr/>
            </p14:nvContentPartPr>
            <p14:xfrm>
              <a:off x="5895825" y="2091728"/>
              <a:ext cx="652320" cy="9000"/>
            </p14:xfrm>
          </p:contentPart>
        </mc:Choice>
        <mc:Fallback xmlns="">
          <p:pic>
            <p:nvPicPr>
              <p:cNvPr id="100" name="Ink 99">
                <a:extLst>
                  <a:ext uri="{FF2B5EF4-FFF2-40B4-BE49-F238E27FC236}">
                    <a16:creationId xmlns:a16="http://schemas.microsoft.com/office/drawing/2014/main" id="{96E8B33F-32FF-B403-CEA9-E4205265DECE}"/>
                  </a:ext>
                </a:extLst>
              </p:cNvPr>
              <p:cNvPicPr/>
              <p:nvPr/>
            </p:nvPicPr>
            <p:blipFill>
              <a:blip r:embed="rId61"/>
              <a:stretch>
                <a:fillRect/>
              </a:stretch>
            </p:blipFill>
            <p:spPr>
              <a:xfrm>
                <a:off x="5891505" y="2087408"/>
                <a:ext cx="66096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01" name="Ink 100">
                <a:extLst>
                  <a:ext uri="{FF2B5EF4-FFF2-40B4-BE49-F238E27FC236}">
                    <a16:creationId xmlns:a16="http://schemas.microsoft.com/office/drawing/2014/main" id="{BD447709-F0FB-AEEC-3EB4-646C40EC98B7}"/>
                  </a:ext>
                </a:extLst>
              </p14:cNvPr>
              <p14:cNvContentPartPr/>
              <p14:nvPr/>
            </p14:nvContentPartPr>
            <p14:xfrm>
              <a:off x="2652585" y="2184968"/>
              <a:ext cx="3519720" cy="29880"/>
            </p14:xfrm>
          </p:contentPart>
        </mc:Choice>
        <mc:Fallback xmlns="">
          <p:pic>
            <p:nvPicPr>
              <p:cNvPr id="101" name="Ink 100">
                <a:extLst>
                  <a:ext uri="{FF2B5EF4-FFF2-40B4-BE49-F238E27FC236}">
                    <a16:creationId xmlns:a16="http://schemas.microsoft.com/office/drawing/2014/main" id="{BD447709-F0FB-AEEC-3EB4-646C40EC98B7}"/>
                  </a:ext>
                </a:extLst>
              </p:cNvPr>
              <p:cNvPicPr/>
              <p:nvPr/>
            </p:nvPicPr>
            <p:blipFill>
              <a:blip r:embed="rId63"/>
              <a:stretch>
                <a:fillRect/>
              </a:stretch>
            </p:blipFill>
            <p:spPr>
              <a:xfrm>
                <a:off x="2648265" y="2180648"/>
                <a:ext cx="352836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4" name="Ink 103">
                <a:extLst>
                  <a:ext uri="{FF2B5EF4-FFF2-40B4-BE49-F238E27FC236}">
                    <a16:creationId xmlns:a16="http://schemas.microsoft.com/office/drawing/2014/main" id="{52C4393E-4C6A-E29D-CF22-B3F40DF46F84}"/>
                  </a:ext>
                </a:extLst>
              </p14:cNvPr>
              <p14:cNvContentPartPr/>
              <p14:nvPr/>
            </p14:nvContentPartPr>
            <p14:xfrm>
              <a:off x="8048625" y="2957235"/>
              <a:ext cx="233640" cy="543240"/>
            </p14:xfrm>
          </p:contentPart>
        </mc:Choice>
        <mc:Fallback xmlns="">
          <p:pic>
            <p:nvPicPr>
              <p:cNvPr id="104" name="Ink 103">
                <a:extLst>
                  <a:ext uri="{FF2B5EF4-FFF2-40B4-BE49-F238E27FC236}">
                    <a16:creationId xmlns:a16="http://schemas.microsoft.com/office/drawing/2014/main" id="{52C4393E-4C6A-E29D-CF22-B3F40DF46F84}"/>
                  </a:ext>
                </a:extLst>
              </p:cNvPr>
              <p:cNvPicPr/>
              <p:nvPr/>
            </p:nvPicPr>
            <p:blipFill>
              <a:blip r:embed="rId65"/>
              <a:stretch>
                <a:fillRect/>
              </a:stretch>
            </p:blipFill>
            <p:spPr>
              <a:xfrm>
                <a:off x="8043945" y="2952555"/>
                <a:ext cx="242280" cy="551880"/>
              </a:xfrm>
              <a:prstGeom prst="rect">
                <a:avLst/>
              </a:prstGeom>
            </p:spPr>
          </p:pic>
        </mc:Fallback>
      </mc:AlternateContent>
      <p:sp>
        <p:nvSpPr>
          <p:cNvPr id="105" name="TextBox 104">
            <a:extLst>
              <a:ext uri="{FF2B5EF4-FFF2-40B4-BE49-F238E27FC236}">
                <a16:creationId xmlns:a16="http://schemas.microsoft.com/office/drawing/2014/main" id="{7C546A1B-04BF-96DA-8E30-F1C96AD423F2}"/>
              </a:ext>
            </a:extLst>
          </p:cNvPr>
          <p:cNvSpPr txBox="1"/>
          <p:nvPr/>
        </p:nvSpPr>
        <p:spPr>
          <a:xfrm>
            <a:off x="8091570" y="2566297"/>
            <a:ext cx="1139082" cy="415498"/>
          </a:xfrm>
          <a:prstGeom prst="rect">
            <a:avLst/>
          </a:prstGeom>
          <a:noFill/>
        </p:spPr>
        <p:txBody>
          <a:bodyPr wrap="square" rtlCol="0">
            <a:spAutoFit/>
          </a:bodyPr>
          <a:lstStyle/>
          <a:p>
            <a:r>
              <a:rPr lang="en-US" sz="700" dirty="0">
                <a:solidFill>
                  <a:srgbClr val="FF0000"/>
                </a:solidFill>
              </a:rPr>
              <a:t>NOTE: Define the variables with formulas </a:t>
            </a:r>
            <a:r>
              <a:rPr lang="en-US" sz="700" b="1" dirty="0">
                <a:solidFill>
                  <a:srgbClr val="FF0000"/>
                </a:solidFill>
              </a:rPr>
              <a:t>AND TEXT.</a:t>
            </a:r>
          </a:p>
        </p:txBody>
      </p:sp>
      <mc:AlternateContent xmlns:mc="http://schemas.openxmlformats.org/markup-compatibility/2006" xmlns:p14="http://schemas.microsoft.com/office/powerpoint/2010/main">
        <mc:Choice Requires="p14">
          <p:contentPart p14:bwMode="auto" r:id="rId66">
            <p14:nvContentPartPr>
              <p14:cNvPr id="109" name="Ink 108">
                <a:extLst>
                  <a:ext uri="{FF2B5EF4-FFF2-40B4-BE49-F238E27FC236}">
                    <a16:creationId xmlns:a16="http://schemas.microsoft.com/office/drawing/2014/main" id="{5927BB8F-3DDF-4672-9AB1-6F0564405261}"/>
                  </a:ext>
                </a:extLst>
              </p14:cNvPr>
              <p14:cNvContentPartPr/>
              <p14:nvPr/>
            </p14:nvContentPartPr>
            <p14:xfrm>
              <a:off x="3938505" y="2843115"/>
              <a:ext cx="2167560" cy="720"/>
            </p14:xfrm>
          </p:contentPart>
        </mc:Choice>
        <mc:Fallback xmlns="">
          <p:pic>
            <p:nvPicPr>
              <p:cNvPr id="109" name="Ink 108">
                <a:extLst>
                  <a:ext uri="{FF2B5EF4-FFF2-40B4-BE49-F238E27FC236}">
                    <a16:creationId xmlns:a16="http://schemas.microsoft.com/office/drawing/2014/main" id="{5927BB8F-3DDF-4672-9AB1-6F0564405261}"/>
                  </a:ext>
                </a:extLst>
              </p:cNvPr>
              <p:cNvPicPr/>
              <p:nvPr/>
            </p:nvPicPr>
            <p:blipFill>
              <a:blip r:embed="rId67"/>
              <a:stretch>
                <a:fillRect/>
              </a:stretch>
            </p:blipFill>
            <p:spPr>
              <a:xfrm>
                <a:off x="3933825" y="2833755"/>
                <a:ext cx="2176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10" name="Ink 109">
                <a:extLst>
                  <a:ext uri="{FF2B5EF4-FFF2-40B4-BE49-F238E27FC236}">
                    <a16:creationId xmlns:a16="http://schemas.microsoft.com/office/drawing/2014/main" id="{2B0BF6DE-3995-CD79-886D-14340CA688AC}"/>
                  </a:ext>
                </a:extLst>
              </p14:cNvPr>
              <p14:cNvContentPartPr/>
              <p14:nvPr/>
            </p14:nvContentPartPr>
            <p14:xfrm>
              <a:off x="5882145" y="2843115"/>
              <a:ext cx="136440" cy="238320"/>
            </p14:xfrm>
          </p:contentPart>
        </mc:Choice>
        <mc:Fallback xmlns="">
          <p:pic>
            <p:nvPicPr>
              <p:cNvPr id="110" name="Ink 109">
                <a:extLst>
                  <a:ext uri="{FF2B5EF4-FFF2-40B4-BE49-F238E27FC236}">
                    <a16:creationId xmlns:a16="http://schemas.microsoft.com/office/drawing/2014/main" id="{2B0BF6DE-3995-CD79-886D-14340CA688AC}"/>
                  </a:ext>
                </a:extLst>
              </p:cNvPr>
              <p:cNvPicPr/>
              <p:nvPr/>
            </p:nvPicPr>
            <p:blipFill>
              <a:blip r:embed="rId69"/>
              <a:stretch>
                <a:fillRect/>
              </a:stretch>
            </p:blipFill>
            <p:spPr>
              <a:xfrm>
                <a:off x="5877825" y="2838795"/>
                <a:ext cx="145080" cy="246960"/>
              </a:xfrm>
              <a:prstGeom prst="rect">
                <a:avLst/>
              </a:prstGeom>
            </p:spPr>
          </p:pic>
        </mc:Fallback>
      </mc:AlternateContent>
      <p:sp>
        <p:nvSpPr>
          <p:cNvPr id="111" name="TextBox 110">
            <a:extLst>
              <a:ext uri="{FF2B5EF4-FFF2-40B4-BE49-F238E27FC236}">
                <a16:creationId xmlns:a16="http://schemas.microsoft.com/office/drawing/2014/main" id="{0C636EAD-ADE8-CB7F-87A0-25E15647F11C}"/>
              </a:ext>
            </a:extLst>
          </p:cNvPr>
          <p:cNvSpPr txBox="1"/>
          <p:nvPr/>
        </p:nvSpPr>
        <p:spPr>
          <a:xfrm>
            <a:off x="5382961" y="2998070"/>
            <a:ext cx="1139082" cy="415498"/>
          </a:xfrm>
          <a:prstGeom prst="rect">
            <a:avLst/>
          </a:prstGeom>
          <a:noFill/>
        </p:spPr>
        <p:txBody>
          <a:bodyPr wrap="square" rtlCol="0">
            <a:spAutoFit/>
          </a:bodyPr>
          <a:lstStyle/>
          <a:p>
            <a:r>
              <a:rPr lang="en-US" sz="700" dirty="0">
                <a:solidFill>
                  <a:srgbClr val="FF0000"/>
                </a:solidFill>
              </a:rPr>
              <a:t>The estimates are useful because they correlate with the true demand,…</a:t>
            </a:r>
            <a:endParaRPr lang="en-US" sz="700" b="1" dirty="0">
              <a:solidFill>
                <a:srgbClr val="FF0000"/>
              </a:solidFill>
            </a:endParaRPr>
          </a:p>
        </p:txBody>
      </p:sp>
      <mc:AlternateContent xmlns:mc="http://schemas.openxmlformats.org/markup-compatibility/2006" xmlns:p14="http://schemas.microsoft.com/office/powerpoint/2010/main">
        <mc:Choice Requires="p14">
          <p:contentPart p14:bwMode="auto" r:id="rId70">
            <p14:nvContentPartPr>
              <p14:cNvPr id="113" name="Ink 112">
                <a:extLst>
                  <a:ext uri="{FF2B5EF4-FFF2-40B4-BE49-F238E27FC236}">
                    <a16:creationId xmlns:a16="http://schemas.microsoft.com/office/drawing/2014/main" id="{11987D84-3D30-6949-DBFC-1362C374BD5B}"/>
                  </a:ext>
                </a:extLst>
              </p14:cNvPr>
              <p14:cNvContentPartPr/>
              <p14:nvPr/>
            </p14:nvContentPartPr>
            <p14:xfrm>
              <a:off x="3400350" y="2938320"/>
              <a:ext cx="2538720" cy="14760"/>
            </p14:xfrm>
          </p:contentPart>
        </mc:Choice>
        <mc:Fallback xmlns="">
          <p:pic>
            <p:nvPicPr>
              <p:cNvPr id="113" name="Ink 112">
                <a:extLst>
                  <a:ext uri="{FF2B5EF4-FFF2-40B4-BE49-F238E27FC236}">
                    <a16:creationId xmlns:a16="http://schemas.microsoft.com/office/drawing/2014/main" id="{11987D84-3D30-6949-DBFC-1362C374BD5B}"/>
                  </a:ext>
                </a:extLst>
              </p:cNvPr>
              <p:cNvPicPr/>
              <p:nvPr/>
            </p:nvPicPr>
            <p:blipFill>
              <a:blip r:embed="rId71"/>
              <a:stretch>
                <a:fillRect/>
              </a:stretch>
            </p:blipFill>
            <p:spPr>
              <a:xfrm>
                <a:off x="3395670" y="2933640"/>
                <a:ext cx="25473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14" name="Ink 113">
                <a:extLst>
                  <a:ext uri="{FF2B5EF4-FFF2-40B4-BE49-F238E27FC236}">
                    <a16:creationId xmlns:a16="http://schemas.microsoft.com/office/drawing/2014/main" id="{34693B90-69FA-7134-7BED-30AF77A60262}"/>
                  </a:ext>
                </a:extLst>
              </p14:cNvPr>
              <p14:cNvContentPartPr/>
              <p14:nvPr/>
            </p14:nvContentPartPr>
            <p14:xfrm>
              <a:off x="2132430" y="2957220"/>
              <a:ext cx="1520640" cy="1322640"/>
            </p14:xfrm>
          </p:contentPart>
        </mc:Choice>
        <mc:Fallback xmlns="">
          <p:pic>
            <p:nvPicPr>
              <p:cNvPr id="114" name="Ink 113">
                <a:extLst>
                  <a:ext uri="{FF2B5EF4-FFF2-40B4-BE49-F238E27FC236}">
                    <a16:creationId xmlns:a16="http://schemas.microsoft.com/office/drawing/2014/main" id="{34693B90-69FA-7134-7BED-30AF77A60262}"/>
                  </a:ext>
                </a:extLst>
              </p:cNvPr>
              <p:cNvPicPr/>
              <p:nvPr/>
            </p:nvPicPr>
            <p:blipFill>
              <a:blip r:embed="rId73"/>
              <a:stretch>
                <a:fillRect/>
              </a:stretch>
            </p:blipFill>
            <p:spPr>
              <a:xfrm>
                <a:off x="2128110" y="2952900"/>
                <a:ext cx="1529280" cy="1331280"/>
              </a:xfrm>
              <a:prstGeom prst="rect">
                <a:avLst/>
              </a:prstGeom>
            </p:spPr>
          </p:pic>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EEFB8944-1D0D-52EE-FBE9-073AF6461263}"/>
                  </a:ext>
                </a:extLst>
              </p:cNvPr>
              <p:cNvSpPr txBox="1"/>
              <p:nvPr/>
            </p:nvSpPr>
            <p:spPr>
              <a:xfrm>
                <a:off x="575152" y="4052293"/>
                <a:ext cx="1552679" cy="2677656"/>
              </a:xfrm>
              <a:prstGeom prst="rect">
                <a:avLst/>
              </a:prstGeom>
              <a:noFill/>
            </p:spPr>
            <p:txBody>
              <a:bodyPr wrap="square" rtlCol="0">
                <a:spAutoFit/>
              </a:bodyPr>
              <a:lstStyle/>
              <a:p>
                <a:r>
                  <a:rPr lang="en-US" sz="700" dirty="0">
                    <a:solidFill>
                      <a:srgbClr val="FF0000"/>
                    </a:solidFill>
                  </a:rPr>
                  <a:t>Thus, we model the estimate based on the demand as a lognormally distributed variable</a:t>
                </a:r>
              </a:p>
              <a:p>
                <a:endParaRPr lang="en-US" sz="700" dirty="0">
                  <a:solidFill>
                    <a:srgbClr val="FF0000"/>
                  </a:solidFill>
                </a:endParaRPr>
              </a:p>
              <a:p>
                <a:r>
                  <a:rPr lang="en-US" sz="700" dirty="0">
                    <a:solidFill>
                      <a:srgbClr val="FF0000"/>
                    </a:solidFill>
                  </a:rPr>
                  <a:t>E = …,</a:t>
                </a:r>
              </a:p>
              <a:p>
                <a:endParaRPr lang="en-US" sz="700" dirty="0">
                  <a:solidFill>
                    <a:srgbClr val="FF0000"/>
                  </a:solidFill>
                </a:endParaRPr>
              </a:p>
              <a:p>
                <a:r>
                  <a:rPr lang="en-US" sz="700" dirty="0">
                    <a:solidFill>
                      <a:srgbClr val="FF0000"/>
                    </a:solidFill>
                  </a:rPr>
                  <a:t>where </a:t>
                </a:r>
                <a14:m>
                  <m:oMath xmlns:m="http://schemas.openxmlformats.org/officeDocument/2006/math">
                    <m:r>
                      <a:rPr lang="en-US" sz="700" b="0" i="1" smtClean="0">
                        <a:solidFill>
                          <a:srgbClr val="FF0000"/>
                        </a:solidFill>
                        <a:latin typeface="Cambria Math" panose="02040503050406030204" pitchFamily="18" charset="0"/>
                      </a:rPr>
                      <m:t>𝛽</m:t>
                    </m:r>
                    <m:r>
                      <a:rPr lang="en-US" sz="700" i="1">
                        <a:solidFill>
                          <a:srgbClr val="FF0000"/>
                        </a:solidFill>
                        <a:latin typeface="Cambria Math" panose="02040503050406030204" pitchFamily="18" charset="0"/>
                      </a:rPr>
                      <m:t>∈[0, ??]</m:t>
                    </m:r>
                  </m:oMath>
                </a14:m>
                <a:r>
                  <a:rPr lang="en-US" sz="700" dirty="0">
                    <a:solidFill>
                      <a:srgbClr val="FF0000"/>
                    </a:solidFill>
                  </a:rPr>
                  <a:t> represents the level of uncertainty in the estimate so that a higher value means higher uncertainty. </a:t>
                </a:r>
              </a:p>
              <a:p>
                <a:endParaRPr lang="en-US" sz="700" dirty="0">
                  <a:solidFill>
                    <a:srgbClr val="FF0000"/>
                  </a:solidFill>
                </a:endParaRPr>
              </a:p>
              <a:p>
                <a:r>
                  <a:rPr lang="en-US" sz="700" dirty="0">
                    <a:solidFill>
                      <a:srgbClr val="FF0000"/>
                    </a:solidFill>
                  </a:rPr>
                  <a:t>MOTIVATE WHY E[E | D] = 1 (i.e., we intend to show that the expected costs increase with uncertainty, even if the expected demand stays the same).</a:t>
                </a:r>
              </a:p>
              <a:p>
                <a:endParaRPr lang="en-US" sz="700" dirty="0">
                  <a:solidFill>
                    <a:srgbClr val="FF0000"/>
                  </a:solidFill>
                </a:endParaRPr>
              </a:p>
              <a:p>
                <a:r>
                  <a:rPr lang="en-US" sz="700" dirty="0">
                    <a:solidFill>
                      <a:srgbClr val="FF0000"/>
                    </a:solidFill>
                  </a:rPr>
                  <a:t>Furthermore, motivate why we use a similar distribution and same range for the uncertainty parameter (i.e., this makes comparison between sources of uncertainty easier, because they have the same distribution)</a:t>
                </a:r>
              </a:p>
            </p:txBody>
          </p:sp>
        </mc:Choice>
        <mc:Fallback xmlns="">
          <p:sp>
            <p:nvSpPr>
              <p:cNvPr id="115" name="TextBox 114">
                <a:extLst>
                  <a:ext uri="{FF2B5EF4-FFF2-40B4-BE49-F238E27FC236}">
                    <a16:creationId xmlns:a16="http://schemas.microsoft.com/office/drawing/2014/main" id="{EEFB8944-1D0D-52EE-FBE9-073AF6461263}"/>
                  </a:ext>
                </a:extLst>
              </p:cNvPr>
              <p:cNvSpPr txBox="1">
                <a:spLocks noRot="1" noChangeAspect="1" noMove="1" noResize="1" noEditPoints="1" noAdjustHandles="1" noChangeArrowheads="1" noChangeShapeType="1" noTextEdit="1"/>
              </p:cNvSpPr>
              <p:nvPr/>
            </p:nvSpPr>
            <p:spPr>
              <a:xfrm>
                <a:off x="575152" y="4052293"/>
                <a:ext cx="1552679" cy="2677656"/>
              </a:xfrm>
              <a:prstGeom prst="rect">
                <a:avLst/>
              </a:prstGeom>
              <a:blipFill>
                <a:blip r:embed="rId74"/>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75">
            <p14:nvContentPartPr>
              <p14:cNvPr id="116" name="Ink 115">
                <a:extLst>
                  <a:ext uri="{FF2B5EF4-FFF2-40B4-BE49-F238E27FC236}">
                    <a16:creationId xmlns:a16="http://schemas.microsoft.com/office/drawing/2014/main" id="{FE1C05E4-E640-6E43-5BFE-A2DD596D1AB0}"/>
                  </a:ext>
                </a:extLst>
              </p14:cNvPr>
              <p14:cNvContentPartPr/>
              <p14:nvPr/>
            </p14:nvContentPartPr>
            <p14:xfrm>
              <a:off x="3905250" y="2766960"/>
              <a:ext cx="290160" cy="360"/>
            </p14:xfrm>
          </p:contentPart>
        </mc:Choice>
        <mc:Fallback xmlns="">
          <p:pic>
            <p:nvPicPr>
              <p:cNvPr id="116" name="Ink 115">
                <a:extLst>
                  <a:ext uri="{FF2B5EF4-FFF2-40B4-BE49-F238E27FC236}">
                    <a16:creationId xmlns:a16="http://schemas.microsoft.com/office/drawing/2014/main" id="{FE1C05E4-E640-6E43-5BFE-A2DD596D1AB0}"/>
                  </a:ext>
                </a:extLst>
              </p:cNvPr>
              <p:cNvPicPr/>
              <p:nvPr/>
            </p:nvPicPr>
            <p:blipFill>
              <a:blip r:embed="rId76"/>
              <a:stretch>
                <a:fillRect/>
              </a:stretch>
            </p:blipFill>
            <p:spPr>
              <a:xfrm>
                <a:off x="3900930" y="2762640"/>
                <a:ext cx="298800" cy="9000"/>
              </a:xfrm>
              <a:prstGeom prst="rect">
                <a:avLst/>
              </a:prstGeom>
            </p:spPr>
          </p:pic>
        </mc:Fallback>
      </mc:AlternateContent>
      <p:grpSp>
        <p:nvGrpSpPr>
          <p:cNvPr id="118" name="Group 117">
            <a:extLst>
              <a:ext uri="{FF2B5EF4-FFF2-40B4-BE49-F238E27FC236}">
                <a16:creationId xmlns:a16="http://schemas.microsoft.com/office/drawing/2014/main" id="{6556BD1D-2DB9-F6A3-9E3D-6E14AF6B5361}"/>
              </a:ext>
            </a:extLst>
          </p:cNvPr>
          <p:cNvGrpSpPr/>
          <p:nvPr/>
        </p:nvGrpSpPr>
        <p:grpSpPr>
          <a:xfrm>
            <a:off x="465990" y="1447920"/>
            <a:ext cx="3596760" cy="1706040"/>
            <a:chOff x="465990" y="1447920"/>
            <a:chExt cx="3596760" cy="1706040"/>
          </a:xfrm>
        </p:grpSpPr>
        <mc:AlternateContent xmlns:mc="http://schemas.openxmlformats.org/markup-compatibility/2006" xmlns:p14="http://schemas.microsoft.com/office/powerpoint/2010/main">
          <mc:Choice Requires="p14">
            <p:contentPart p14:bwMode="auto" r:id="rId77">
              <p14:nvContentPartPr>
                <p14:cNvPr id="65" name="Ink 64">
                  <a:extLst>
                    <a:ext uri="{FF2B5EF4-FFF2-40B4-BE49-F238E27FC236}">
                      <a16:creationId xmlns:a16="http://schemas.microsoft.com/office/drawing/2014/main" id="{2EE45E2F-0695-E165-4892-FF586CDCB45F}"/>
                    </a:ext>
                  </a:extLst>
                </p14:cNvPr>
                <p14:cNvContentPartPr/>
                <p14:nvPr/>
              </p14:nvContentPartPr>
              <p14:xfrm>
                <a:off x="2480220" y="1461600"/>
                <a:ext cx="134640" cy="339840"/>
              </p14:xfrm>
            </p:contentPart>
          </mc:Choice>
          <mc:Fallback xmlns="">
            <p:pic>
              <p:nvPicPr>
                <p:cNvPr id="65" name="Ink 64">
                  <a:extLst>
                    <a:ext uri="{FF2B5EF4-FFF2-40B4-BE49-F238E27FC236}">
                      <a16:creationId xmlns:a16="http://schemas.microsoft.com/office/drawing/2014/main" id="{2EE45E2F-0695-E165-4892-FF586CDCB45F}"/>
                    </a:ext>
                  </a:extLst>
                </p:cNvPr>
                <p:cNvPicPr/>
                <p:nvPr/>
              </p:nvPicPr>
              <p:blipFill>
                <a:blip r:embed="rId78"/>
                <a:stretch>
                  <a:fillRect/>
                </a:stretch>
              </p:blipFill>
              <p:spPr>
                <a:xfrm>
                  <a:off x="2475900" y="1457280"/>
                  <a:ext cx="14328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6" name="Ink 65">
                  <a:extLst>
                    <a:ext uri="{FF2B5EF4-FFF2-40B4-BE49-F238E27FC236}">
                      <a16:creationId xmlns:a16="http://schemas.microsoft.com/office/drawing/2014/main" id="{70C2AC6B-082B-A260-41FD-5FDBFFE3ABDF}"/>
                    </a:ext>
                  </a:extLst>
                </p14:cNvPr>
                <p14:cNvContentPartPr/>
                <p14:nvPr/>
              </p14:nvContentPartPr>
              <p14:xfrm>
                <a:off x="2116260" y="1747800"/>
                <a:ext cx="365400" cy="541800"/>
              </p14:xfrm>
            </p:contentPart>
          </mc:Choice>
          <mc:Fallback xmlns="">
            <p:pic>
              <p:nvPicPr>
                <p:cNvPr id="66" name="Ink 65">
                  <a:extLst>
                    <a:ext uri="{FF2B5EF4-FFF2-40B4-BE49-F238E27FC236}">
                      <a16:creationId xmlns:a16="http://schemas.microsoft.com/office/drawing/2014/main" id="{70C2AC6B-082B-A260-41FD-5FDBFFE3ABDF}"/>
                    </a:ext>
                  </a:extLst>
                </p:cNvPr>
                <p:cNvPicPr/>
                <p:nvPr/>
              </p:nvPicPr>
              <p:blipFill>
                <a:blip r:embed="rId80"/>
                <a:stretch>
                  <a:fillRect/>
                </a:stretch>
              </p:blipFill>
              <p:spPr>
                <a:xfrm>
                  <a:off x="2111940" y="1743480"/>
                  <a:ext cx="37404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9" name="Ink 68">
                  <a:extLst>
                    <a:ext uri="{FF2B5EF4-FFF2-40B4-BE49-F238E27FC236}">
                      <a16:creationId xmlns:a16="http://schemas.microsoft.com/office/drawing/2014/main" id="{C82845BC-B7FC-5143-9221-BF2D05900D7F}"/>
                    </a:ext>
                  </a:extLst>
                </p14:cNvPr>
                <p14:cNvContentPartPr/>
                <p14:nvPr/>
              </p14:nvContentPartPr>
              <p14:xfrm>
                <a:off x="559980" y="2107080"/>
                <a:ext cx="1507320" cy="869760"/>
              </p14:xfrm>
            </p:contentPart>
          </mc:Choice>
          <mc:Fallback xmlns="">
            <p:pic>
              <p:nvPicPr>
                <p:cNvPr id="69" name="Ink 68">
                  <a:extLst>
                    <a:ext uri="{FF2B5EF4-FFF2-40B4-BE49-F238E27FC236}">
                      <a16:creationId xmlns:a16="http://schemas.microsoft.com/office/drawing/2014/main" id="{C82845BC-B7FC-5143-9221-BF2D05900D7F}"/>
                    </a:ext>
                  </a:extLst>
                </p:cNvPr>
                <p:cNvPicPr/>
                <p:nvPr/>
              </p:nvPicPr>
              <p:blipFill>
                <a:blip r:embed="rId82"/>
                <a:stretch>
                  <a:fillRect/>
                </a:stretch>
              </p:blipFill>
              <p:spPr>
                <a:xfrm>
                  <a:off x="555660" y="2102760"/>
                  <a:ext cx="1515960" cy="878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0" name="Ink 69">
                  <a:extLst>
                    <a:ext uri="{FF2B5EF4-FFF2-40B4-BE49-F238E27FC236}">
                      <a16:creationId xmlns:a16="http://schemas.microsoft.com/office/drawing/2014/main" id="{8211C721-3CDA-9CAF-E979-2178AABF5574}"/>
                    </a:ext>
                  </a:extLst>
                </p14:cNvPr>
                <p14:cNvContentPartPr/>
                <p14:nvPr/>
              </p14:nvContentPartPr>
              <p14:xfrm>
                <a:off x="609300" y="2079720"/>
                <a:ext cx="92880" cy="56520"/>
              </p14:xfrm>
            </p:contentPart>
          </mc:Choice>
          <mc:Fallback xmlns="">
            <p:pic>
              <p:nvPicPr>
                <p:cNvPr id="70" name="Ink 69">
                  <a:extLst>
                    <a:ext uri="{FF2B5EF4-FFF2-40B4-BE49-F238E27FC236}">
                      <a16:creationId xmlns:a16="http://schemas.microsoft.com/office/drawing/2014/main" id="{8211C721-3CDA-9CAF-E979-2178AABF5574}"/>
                    </a:ext>
                  </a:extLst>
                </p:cNvPr>
                <p:cNvPicPr/>
                <p:nvPr/>
              </p:nvPicPr>
              <p:blipFill>
                <a:blip r:embed="rId84"/>
                <a:stretch>
                  <a:fillRect/>
                </a:stretch>
              </p:blipFill>
              <p:spPr>
                <a:xfrm>
                  <a:off x="604980" y="2075400"/>
                  <a:ext cx="1015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2" name="Ink 71">
                  <a:extLst>
                    <a:ext uri="{FF2B5EF4-FFF2-40B4-BE49-F238E27FC236}">
                      <a16:creationId xmlns:a16="http://schemas.microsoft.com/office/drawing/2014/main" id="{CE4CDD2F-CAD2-7E07-F8EA-E4C11B41E016}"/>
                    </a:ext>
                  </a:extLst>
                </p14:cNvPr>
                <p14:cNvContentPartPr/>
                <p14:nvPr/>
              </p14:nvContentPartPr>
              <p14:xfrm>
                <a:off x="1999980" y="2728800"/>
                <a:ext cx="115200" cy="5040"/>
              </p14:xfrm>
            </p:contentPart>
          </mc:Choice>
          <mc:Fallback xmlns="">
            <p:pic>
              <p:nvPicPr>
                <p:cNvPr id="72" name="Ink 71">
                  <a:extLst>
                    <a:ext uri="{FF2B5EF4-FFF2-40B4-BE49-F238E27FC236}">
                      <a16:creationId xmlns:a16="http://schemas.microsoft.com/office/drawing/2014/main" id="{CE4CDD2F-CAD2-7E07-F8EA-E4C11B41E016}"/>
                    </a:ext>
                  </a:extLst>
                </p:cNvPr>
                <p:cNvPicPr/>
                <p:nvPr/>
              </p:nvPicPr>
              <p:blipFill>
                <a:blip r:embed="rId86"/>
                <a:stretch>
                  <a:fillRect/>
                </a:stretch>
              </p:blipFill>
              <p:spPr>
                <a:xfrm>
                  <a:off x="1995660" y="2724480"/>
                  <a:ext cx="1238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17" name="Ink 116">
                  <a:extLst>
                    <a:ext uri="{FF2B5EF4-FFF2-40B4-BE49-F238E27FC236}">
                      <a16:creationId xmlns:a16="http://schemas.microsoft.com/office/drawing/2014/main" id="{A0DF37B1-7444-0EC2-6EDE-3798DDC9D3A1}"/>
                    </a:ext>
                  </a:extLst>
                </p14:cNvPr>
                <p14:cNvContentPartPr/>
                <p14:nvPr/>
              </p14:nvContentPartPr>
              <p14:xfrm>
                <a:off x="465990" y="1447920"/>
                <a:ext cx="3596760" cy="1706040"/>
              </p14:xfrm>
            </p:contentPart>
          </mc:Choice>
          <mc:Fallback xmlns="">
            <p:pic>
              <p:nvPicPr>
                <p:cNvPr id="117" name="Ink 116">
                  <a:extLst>
                    <a:ext uri="{FF2B5EF4-FFF2-40B4-BE49-F238E27FC236}">
                      <a16:creationId xmlns:a16="http://schemas.microsoft.com/office/drawing/2014/main" id="{A0DF37B1-7444-0EC2-6EDE-3798DDC9D3A1}"/>
                    </a:ext>
                  </a:extLst>
                </p:cNvPr>
                <p:cNvPicPr/>
                <p:nvPr/>
              </p:nvPicPr>
              <p:blipFill>
                <a:blip r:embed="rId88"/>
                <a:stretch>
                  <a:fillRect/>
                </a:stretch>
              </p:blipFill>
              <p:spPr>
                <a:xfrm>
                  <a:off x="461670" y="1443600"/>
                  <a:ext cx="3605400" cy="1714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9">
            <p14:nvContentPartPr>
              <p14:cNvPr id="120" name="Ink 119">
                <a:extLst>
                  <a:ext uri="{FF2B5EF4-FFF2-40B4-BE49-F238E27FC236}">
                    <a16:creationId xmlns:a16="http://schemas.microsoft.com/office/drawing/2014/main" id="{A289E0CC-AB2D-7589-03AC-5DFF99C6E7ED}"/>
                  </a:ext>
                </a:extLst>
              </p14:cNvPr>
              <p14:cNvContentPartPr/>
              <p14:nvPr/>
            </p14:nvContentPartPr>
            <p14:xfrm>
              <a:off x="6329130" y="814140"/>
              <a:ext cx="281160" cy="360"/>
            </p14:xfrm>
          </p:contentPart>
        </mc:Choice>
        <mc:Fallback xmlns="">
          <p:pic>
            <p:nvPicPr>
              <p:cNvPr id="120" name="Ink 119">
                <a:extLst>
                  <a:ext uri="{FF2B5EF4-FFF2-40B4-BE49-F238E27FC236}">
                    <a16:creationId xmlns:a16="http://schemas.microsoft.com/office/drawing/2014/main" id="{A289E0CC-AB2D-7589-03AC-5DFF99C6E7ED}"/>
                  </a:ext>
                </a:extLst>
              </p:cNvPr>
              <p:cNvPicPr/>
              <p:nvPr/>
            </p:nvPicPr>
            <p:blipFill>
              <a:blip r:embed="rId90"/>
              <a:stretch>
                <a:fillRect/>
              </a:stretch>
            </p:blipFill>
            <p:spPr>
              <a:xfrm>
                <a:off x="6324810" y="809820"/>
                <a:ext cx="289800" cy="9000"/>
              </a:xfrm>
              <a:prstGeom prst="rect">
                <a:avLst/>
              </a:prstGeom>
            </p:spPr>
          </p:pic>
        </mc:Fallback>
      </mc:AlternateContent>
      <p:grpSp>
        <p:nvGrpSpPr>
          <p:cNvPr id="122" name="Group 121">
            <a:extLst>
              <a:ext uri="{FF2B5EF4-FFF2-40B4-BE49-F238E27FC236}">
                <a16:creationId xmlns:a16="http://schemas.microsoft.com/office/drawing/2014/main" id="{C4793B0E-0A3F-1115-BAB9-BC0D2097D26F}"/>
              </a:ext>
            </a:extLst>
          </p:cNvPr>
          <p:cNvGrpSpPr/>
          <p:nvPr/>
        </p:nvGrpSpPr>
        <p:grpSpPr>
          <a:xfrm>
            <a:off x="914730" y="275212"/>
            <a:ext cx="6826320" cy="818820"/>
            <a:chOff x="928770" y="80100"/>
            <a:chExt cx="6826320" cy="818820"/>
          </a:xfrm>
        </p:grpSpPr>
        <mc:AlternateContent xmlns:mc="http://schemas.openxmlformats.org/markup-compatibility/2006" xmlns:p14="http://schemas.microsoft.com/office/powerpoint/2010/main">
          <mc:Choice Requires="p14">
            <p:contentPart p14:bwMode="auto" r:id="rId91">
              <p14:nvContentPartPr>
                <p14:cNvPr id="4" name="Ink 3">
                  <a:extLst>
                    <a:ext uri="{FF2B5EF4-FFF2-40B4-BE49-F238E27FC236}">
                      <a16:creationId xmlns:a16="http://schemas.microsoft.com/office/drawing/2014/main" id="{494140DC-0946-5C8C-FF36-4ED91FDE70E6}"/>
                    </a:ext>
                  </a:extLst>
                </p14:cNvPr>
                <p14:cNvContentPartPr/>
                <p14:nvPr/>
              </p14:nvContentPartPr>
              <p14:xfrm>
                <a:off x="2528805" y="666540"/>
                <a:ext cx="157680" cy="5400"/>
              </p14:xfrm>
            </p:contentPart>
          </mc:Choice>
          <mc:Fallback xmlns="">
            <p:pic>
              <p:nvPicPr>
                <p:cNvPr id="4" name="Ink 3">
                  <a:extLst>
                    <a:ext uri="{FF2B5EF4-FFF2-40B4-BE49-F238E27FC236}">
                      <a16:creationId xmlns:a16="http://schemas.microsoft.com/office/drawing/2014/main" id="{494140DC-0946-5C8C-FF36-4ED91FDE70E6}"/>
                    </a:ext>
                  </a:extLst>
                </p:cNvPr>
                <p:cNvPicPr/>
                <p:nvPr/>
              </p:nvPicPr>
              <p:blipFill>
                <a:blip r:embed="rId92"/>
                <a:stretch>
                  <a:fillRect/>
                </a:stretch>
              </p:blipFill>
              <p:spPr>
                <a:xfrm>
                  <a:off x="2524485" y="662220"/>
                  <a:ext cx="16632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31" name="Ink 30">
                  <a:extLst>
                    <a:ext uri="{FF2B5EF4-FFF2-40B4-BE49-F238E27FC236}">
                      <a16:creationId xmlns:a16="http://schemas.microsoft.com/office/drawing/2014/main" id="{7B09C64A-3299-745F-9C26-BCE0F94B2C69}"/>
                    </a:ext>
                  </a:extLst>
                </p14:cNvPr>
                <p14:cNvContentPartPr/>
                <p14:nvPr/>
              </p14:nvContentPartPr>
              <p14:xfrm>
                <a:off x="5880130" y="673710"/>
                <a:ext cx="57240" cy="3240"/>
              </p14:xfrm>
            </p:contentPart>
          </mc:Choice>
          <mc:Fallback xmlns="">
            <p:pic>
              <p:nvPicPr>
                <p:cNvPr id="31" name="Ink 30">
                  <a:extLst>
                    <a:ext uri="{FF2B5EF4-FFF2-40B4-BE49-F238E27FC236}">
                      <a16:creationId xmlns:a16="http://schemas.microsoft.com/office/drawing/2014/main" id="{7B09C64A-3299-745F-9C26-BCE0F94B2C69}"/>
                    </a:ext>
                  </a:extLst>
                </p:cNvPr>
                <p:cNvPicPr/>
                <p:nvPr/>
              </p:nvPicPr>
              <p:blipFill>
                <a:blip r:embed="rId96"/>
                <a:stretch>
                  <a:fillRect/>
                </a:stretch>
              </p:blipFill>
              <p:spPr>
                <a:xfrm>
                  <a:off x="5875810" y="669390"/>
                  <a:ext cx="65880" cy="11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32" name="Ink 31">
                  <a:extLst>
                    <a:ext uri="{FF2B5EF4-FFF2-40B4-BE49-F238E27FC236}">
                      <a16:creationId xmlns:a16="http://schemas.microsoft.com/office/drawing/2014/main" id="{C7622A51-773D-BBBF-D023-E3E93C018900}"/>
                    </a:ext>
                  </a:extLst>
                </p14:cNvPr>
                <p14:cNvContentPartPr/>
                <p14:nvPr/>
              </p14:nvContentPartPr>
              <p14:xfrm>
                <a:off x="5870410" y="302190"/>
                <a:ext cx="185040" cy="348840"/>
              </p14:xfrm>
            </p:contentPart>
          </mc:Choice>
          <mc:Fallback xmlns="">
            <p:pic>
              <p:nvPicPr>
                <p:cNvPr id="32" name="Ink 31">
                  <a:extLst>
                    <a:ext uri="{FF2B5EF4-FFF2-40B4-BE49-F238E27FC236}">
                      <a16:creationId xmlns:a16="http://schemas.microsoft.com/office/drawing/2014/main" id="{C7622A51-773D-BBBF-D023-E3E93C018900}"/>
                    </a:ext>
                  </a:extLst>
                </p:cNvPr>
                <p:cNvPicPr/>
                <p:nvPr/>
              </p:nvPicPr>
              <p:blipFill>
                <a:blip r:embed="rId98"/>
                <a:stretch>
                  <a:fillRect/>
                </a:stretch>
              </p:blipFill>
              <p:spPr>
                <a:xfrm>
                  <a:off x="5866090" y="297870"/>
                  <a:ext cx="19368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36" name="Ink 35">
                  <a:extLst>
                    <a:ext uri="{FF2B5EF4-FFF2-40B4-BE49-F238E27FC236}">
                      <a16:creationId xmlns:a16="http://schemas.microsoft.com/office/drawing/2014/main" id="{29B79C85-527E-9D09-3DAD-2286D7FFFA9E}"/>
                    </a:ext>
                  </a:extLst>
                </p14:cNvPr>
                <p14:cNvContentPartPr/>
                <p14:nvPr/>
              </p14:nvContentPartPr>
              <p14:xfrm>
                <a:off x="4622770" y="809430"/>
                <a:ext cx="650880" cy="6840"/>
              </p14:xfrm>
            </p:contentPart>
          </mc:Choice>
          <mc:Fallback xmlns="">
            <p:pic>
              <p:nvPicPr>
                <p:cNvPr id="36" name="Ink 35">
                  <a:extLst>
                    <a:ext uri="{FF2B5EF4-FFF2-40B4-BE49-F238E27FC236}">
                      <a16:creationId xmlns:a16="http://schemas.microsoft.com/office/drawing/2014/main" id="{29B79C85-527E-9D09-3DAD-2286D7FFFA9E}"/>
                    </a:ext>
                  </a:extLst>
                </p:cNvPr>
                <p:cNvPicPr/>
                <p:nvPr/>
              </p:nvPicPr>
              <p:blipFill>
                <a:blip r:embed="rId100"/>
                <a:stretch>
                  <a:fillRect/>
                </a:stretch>
              </p:blipFill>
              <p:spPr>
                <a:xfrm>
                  <a:off x="4618450" y="805110"/>
                  <a:ext cx="65952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37" name="Ink 36">
                  <a:extLst>
                    <a:ext uri="{FF2B5EF4-FFF2-40B4-BE49-F238E27FC236}">
                      <a16:creationId xmlns:a16="http://schemas.microsoft.com/office/drawing/2014/main" id="{4037CB23-88C4-6985-192D-FD57B56BD51E}"/>
                    </a:ext>
                  </a:extLst>
                </p14:cNvPr>
                <p14:cNvContentPartPr/>
                <p14:nvPr/>
              </p14:nvContentPartPr>
              <p14:xfrm>
                <a:off x="5219650" y="815910"/>
                <a:ext cx="1528200" cy="46800"/>
              </p14:xfrm>
            </p:contentPart>
          </mc:Choice>
          <mc:Fallback xmlns="">
            <p:pic>
              <p:nvPicPr>
                <p:cNvPr id="37" name="Ink 36">
                  <a:extLst>
                    <a:ext uri="{FF2B5EF4-FFF2-40B4-BE49-F238E27FC236}">
                      <a16:creationId xmlns:a16="http://schemas.microsoft.com/office/drawing/2014/main" id="{4037CB23-88C4-6985-192D-FD57B56BD51E}"/>
                    </a:ext>
                  </a:extLst>
                </p:cNvPr>
                <p:cNvPicPr/>
                <p:nvPr/>
              </p:nvPicPr>
              <p:blipFill>
                <a:blip r:embed="rId102"/>
                <a:stretch>
                  <a:fillRect/>
                </a:stretch>
              </p:blipFill>
              <p:spPr>
                <a:xfrm>
                  <a:off x="5215330" y="811590"/>
                  <a:ext cx="15368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46" name="Ink 45">
                  <a:extLst>
                    <a:ext uri="{FF2B5EF4-FFF2-40B4-BE49-F238E27FC236}">
                      <a16:creationId xmlns:a16="http://schemas.microsoft.com/office/drawing/2014/main" id="{9D0F2E92-0FA1-1D03-970E-8A6CCAEB4AA3}"/>
                    </a:ext>
                  </a:extLst>
                </p14:cNvPr>
                <p14:cNvContentPartPr/>
                <p14:nvPr/>
              </p14:nvContentPartPr>
              <p14:xfrm>
                <a:off x="1595130" y="709560"/>
                <a:ext cx="467280" cy="48960"/>
              </p14:xfrm>
            </p:contentPart>
          </mc:Choice>
          <mc:Fallback xmlns="">
            <p:pic>
              <p:nvPicPr>
                <p:cNvPr id="46" name="Ink 45">
                  <a:extLst>
                    <a:ext uri="{FF2B5EF4-FFF2-40B4-BE49-F238E27FC236}">
                      <a16:creationId xmlns:a16="http://schemas.microsoft.com/office/drawing/2014/main" id="{9D0F2E92-0FA1-1D03-970E-8A6CCAEB4AA3}"/>
                    </a:ext>
                  </a:extLst>
                </p:cNvPr>
                <p:cNvPicPr/>
                <p:nvPr/>
              </p:nvPicPr>
              <p:blipFill>
                <a:blip r:embed="rId104"/>
                <a:stretch>
                  <a:fillRect/>
                </a:stretch>
              </p:blipFill>
              <p:spPr>
                <a:xfrm>
                  <a:off x="1590810" y="705240"/>
                  <a:ext cx="4759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47" name="Ink 46">
                  <a:extLst>
                    <a:ext uri="{FF2B5EF4-FFF2-40B4-BE49-F238E27FC236}">
                      <a16:creationId xmlns:a16="http://schemas.microsoft.com/office/drawing/2014/main" id="{CB1DAE86-AD23-340B-1C6A-2FC96F2A6298}"/>
                    </a:ext>
                  </a:extLst>
                </p14:cNvPr>
                <p14:cNvContentPartPr/>
                <p14:nvPr/>
              </p14:nvContentPartPr>
              <p14:xfrm>
                <a:off x="1666410" y="766440"/>
                <a:ext cx="34200" cy="132480"/>
              </p14:xfrm>
            </p:contentPart>
          </mc:Choice>
          <mc:Fallback xmlns="">
            <p:pic>
              <p:nvPicPr>
                <p:cNvPr id="47" name="Ink 46">
                  <a:extLst>
                    <a:ext uri="{FF2B5EF4-FFF2-40B4-BE49-F238E27FC236}">
                      <a16:creationId xmlns:a16="http://schemas.microsoft.com/office/drawing/2014/main" id="{CB1DAE86-AD23-340B-1C6A-2FC96F2A6298}"/>
                    </a:ext>
                  </a:extLst>
                </p:cNvPr>
                <p:cNvPicPr/>
                <p:nvPr/>
              </p:nvPicPr>
              <p:blipFill>
                <a:blip r:embed="rId106"/>
                <a:stretch>
                  <a:fillRect/>
                </a:stretch>
              </p:blipFill>
              <p:spPr>
                <a:xfrm>
                  <a:off x="1662090" y="762120"/>
                  <a:ext cx="428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21" name="Ink 120">
                  <a:extLst>
                    <a:ext uri="{FF2B5EF4-FFF2-40B4-BE49-F238E27FC236}">
                      <a16:creationId xmlns:a16="http://schemas.microsoft.com/office/drawing/2014/main" id="{E4237727-7258-DFAB-BF8B-B07B67FF4455}"/>
                    </a:ext>
                  </a:extLst>
                </p14:cNvPr>
                <p14:cNvContentPartPr/>
                <p14:nvPr/>
              </p14:nvContentPartPr>
              <p14:xfrm>
                <a:off x="928770" y="80100"/>
                <a:ext cx="6826320" cy="750600"/>
              </p14:xfrm>
            </p:contentPart>
          </mc:Choice>
          <mc:Fallback xmlns="">
            <p:pic>
              <p:nvPicPr>
                <p:cNvPr id="121" name="Ink 120">
                  <a:extLst>
                    <a:ext uri="{FF2B5EF4-FFF2-40B4-BE49-F238E27FC236}">
                      <a16:creationId xmlns:a16="http://schemas.microsoft.com/office/drawing/2014/main" id="{E4237727-7258-DFAB-BF8B-B07B67FF4455}"/>
                    </a:ext>
                  </a:extLst>
                </p:cNvPr>
                <p:cNvPicPr/>
                <p:nvPr/>
              </p:nvPicPr>
              <p:blipFill>
                <a:blip r:embed="rId108"/>
                <a:stretch>
                  <a:fillRect/>
                </a:stretch>
              </p:blipFill>
              <p:spPr>
                <a:xfrm>
                  <a:off x="924450" y="75780"/>
                  <a:ext cx="6834960" cy="759240"/>
                </a:xfrm>
                <a:prstGeom prst="rect">
                  <a:avLst/>
                </a:prstGeom>
              </p:spPr>
            </p:pic>
          </mc:Fallback>
        </mc:AlternateContent>
      </p:grpSp>
      <p:sp>
        <p:nvSpPr>
          <p:cNvPr id="123" name="TextBox 122">
            <a:extLst>
              <a:ext uri="{FF2B5EF4-FFF2-40B4-BE49-F238E27FC236}">
                <a16:creationId xmlns:a16="http://schemas.microsoft.com/office/drawing/2014/main" id="{2F633DB8-88F2-DCA1-1DF3-5D7A2F556D35}"/>
              </a:ext>
            </a:extLst>
          </p:cNvPr>
          <p:cNvSpPr txBox="1"/>
          <p:nvPr/>
        </p:nvSpPr>
        <p:spPr>
          <a:xfrm>
            <a:off x="-43433" y="48090"/>
            <a:ext cx="1079514" cy="738664"/>
          </a:xfrm>
          <a:prstGeom prst="rect">
            <a:avLst/>
          </a:prstGeom>
          <a:noFill/>
        </p:spPr>
        <p:txBody>
          <a:bodyPr wrap="square" rtlCol="0">
            <a:spAutoFit/>
          </a:bodyPr>
          <a:lstStyle/>
          <a:p>
            <a:r>
              <a:rPr lang="en-US" sz="700" dirty="0">
                <a:solidFill>
                  <a:srgbClr val="FF0000"/>
                </a:solidFill>
              </a:rPr>
              <a:t>Prefer “true demand”, because the estimates cannot depend on realized demand (as the demand has not realized yet)?</a:t>
            </a:r>
          </a:p>
        </p:txBody>
      </p:sp>
      <p:grpSp>
        <p:nvGrpSpPr>
          <p:cNvPr id="126" name="Group 125">
            <a:extLst>
              <a:ext uri="{FF2B5EF4-FFF2-40B4-BE49-F238E27FC236}">
                <a16:creationId xmlns:a16="http://schemas.microsoft.com/office/drawing/2014/main" id="{F936B48B-BA79-148B-89AF-FD966DC61728}"/>
              </a:ext>
            </a:extLst>
          </p:cNvPr>
          <p:cNvGrpSpPr/>
          <p:nvPr/>
        </p:nvGrpSpPr>
        <p:grpSpPr>
          <a:xfrm>
            <a:off x="340380" y="680580"/>
            <a:ext cx="183600" cy="771840"/>
            <a:chOff x="340380" y="680580"/>
            <a:chExt cx="183600" cy="771840"/>
          </a:xfrm>
        </p:grpSpPr>
        <mc:AlternateContent xmlns:mc="http://schemas.openxmlformats.org/markup-compatibility/2006" xmlns:p14="http://schemas.microsoft.com/office/powerpoint/2010/main">
          <mc:Choice Requires="p14">
            <p:contentPart p14:bwMode="auto" r:id="rId109">
              <p14:nvContentPartPr>
                <p14:cNvPr id="124" name="Ink 123">
                  <a:extLst>
                    <a:ext uri="{FF2B5EF4-FFF2-40B4-BE49-F238E27FC236}">
                      <a16:creationId xmlns:a16="http://schemas.microsoft.com/office/drawing/2014/main" id="{53D3C493-93D2-2F2C-296A-176A025C97E3}"/>
                    </a:ext>
                  </a:extLst>
                </p14:cNvPr>
                <p14:cNvContentPartPr/>
                <p14:nvPr/>
              </p14:nvContentPartPr>
              <p14:xfrm>
                <a:off x="395100" y="805140"/>
                <a:ext cx="128880" cy="647280"/>
              </p14:xfrm>
            </p:contentPart>
          </mc:Choice>
          <mc:Fallback xmlns="">
            <p:pic>
              <p:nvPicPr>
                <p:cNvPr id="124" name="Ink 123">
                  <a:extLst>
                    <a:ext uri="{FF2B5EF4-FFF2-40B4-BE49-F238E27FC236}">
                      <a16:creationId xmlns:a16="http://schemas.microsoft.com/office/drawing/2014/main" id="{53D3C493-93D2-2F2C-296A-176A025C97E3}"/>
                    </a:ext>
                  </a:extLst>
                </p:cNvPr>
                <p:cNvPicPr/>
                <p:nvPr/>
              </p:nvPicPr>
              <p:blipFill>
                <a:blip r:embed="rId110"/>
                <a:stretch>
                  <a:fillRect/>
                </a:stretch>
              </p:blipFill>
              <p:spPr>
                <a:xfrm>
                  <a:off x="390780" y="800820"/>
                  <a:ext cx="137520" cy="655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25" name="Ink 124">
                  <a:extLst>
                    <a:ext uri="{FF2B5EF4-FFF2-40B4-BE49-F238E27FC236}">
                      <a16:creationId xmlns:a16="http://schemas.microsoft.com/office/drawing/2014/main" id="{F78061D2-B243-B0C3-9115-BC8860529D21}"/>
                    </a:ext>
                  </a:extLst>
                </p14:cNvPr>
                <p14:cNvContentPartPr/>
                <p14:nvPr/>
              </p14:nvContentPartPr>
              <p14:xfrm>
                <a:off x="340380" y="680580"/>
                <a:ext cx="45360" cy="124200"/>
              </p14:xfrm>
            </p:contentPart>
          </mc:Choice>
          <mc:Fallback xmlns="">
            <p:pic>
              <p:nvPicPr>
                <p:cNvPr id="125" name="Ink 124">
                  <a:extLst>
                    <a:ext uri="{FF2B5EF4-FFF2-40B4-BE49-F238E27FC236}">
                      <a16:creationId xmlns:a16="http://schemas.microsoft.com/office/drawing/2014/main" id="{F78061D2-B243-B0C3-9115-BC8860529D21}"/>
                    </a:ext>
                  </a:extLst>
                </p:cNvPr>
                <p:cNvPicPr/>
                <p:nvPr/>
              </p:nvPicPr>
              <p:blipFill>
                <a:blip r:embed="rId112"/>
                <a:stretch>
                  <a:fillRect/>
                </a:stretch>
              </p:blipFill>
              <p:spPr>
                <a:xfrm>
                  <a:off x="336060" y="676260"/>
                  <a:ext cx="54000" cy="132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3">
            <p14:nvContentPartPr>
              <p14:cNvPr id="134" name="Ink 133">
                <a:extLst>
                  <a:ext uri="{FF2B5EF4-FFF2-40B4-BE49-F238E27FC236}">
                    <a16:creationId xmlns:a16="http://schemas.microsoft.com/office/drawing/2014/main" id="{1C01BD70-182A-C973-1497-01B2C8C74F24}"/>
                  </a:ext>
                </a:extLst>
              </p14:cNvPr>
              <p14:cNvContentPartPr/>
              <p14:nvPr/>
            </p14:nvContentPartPr>
            <p14:xfrm>
              <a:off x="4022640" y="3397040"/>
              <a:ext cx="238320" cy="4320"/>
            </p14:xfrm>
          </p:contentPart>
        </mc:Choice>
        <mc:Fallback xmlns="">
          <p:pic>
            <p:nvPicPr>
              <p:cNvPr id="134" name="Ink 133">
                <a:extLst>
                  <a:ext uri="{FF2B5EF4-FFF2-40B4-BE49-F238E27FC236}">
                    <a16:creationId xmlns:a16="http://schemas.microsoft.com/office/drawing/2014/main" id="{1C01BD70-182A-C973-1497-01B2C8C74F24}"/>
                  </a:ext>
                </a:extLst>
              </p:cNvPr>
              <p:cNvPicPr/>
              <p:nvPr/>
            </p:nvPicPr>
            <p:blipFill>
              <a:blip r:embed="rId114"/>
              <a:stretch>
                <a:fillRect/>
              </a:stretch>
            </p:blipFill>
            <p:spPr>
              <a:xfrm>
                <a:off x="4018320" y="3392720"/>
                <a:ext cx="24696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35" name="Ink 134">
                <a:extLst>
                  <a:ext uri="{FF2B5EF4-FFF2-40B4-BE49-F238E27FC236}">
                    <a16:creationId xmlns:a16="http://schemas.microsoft.com/office/drawing/2014/main" id="{E5E70D7D-6780-7F9C-DC70-B3F2C7129F3D}"/>
                  </a:ext>
                </a:extLst>
              </p14:cNvPr>
              <p14:cNvContentPartPr/>
              <p14:nvPr/>
            </p14:nvContentPartPr>
            <p14:xfrm>
              <a:off x="2361615" y="3252735"/>
              <a:ext cx="1767600" cy="495000"/>
            </p14:xfrm>
          </p:contentPart>
        </mc:Choice>
        <mc:Fallback xmlns="">
          <p:pic>
            <p:nvPicPr>
              <p:cNvPr id="135" name="Ink 134">
                <a:extLst>
                  <a:ext uri="{FF2B5EF4-FFF2-40B4-BE49-F238E27FC236}">
                    <a16:creationId xmlns:a16="http://schemas.microsoft.com/office/drawing/2014/main" id="{E5E70D7D-6780-7F9C-DC70-B3F2C7129F3D}"/>
                  </a:ext>
                </a:extLst>
              </p:cNvPr>
              <p:cNvPicPr/>
              <p:nvPr/>
            </p:nvPicPr>
            <p:blipFill>
              <a:blip r:embed="rId116"/>
              <a:stretch>
                <a:fillRect/>
              </a:stretch>
            </p:blipFill>
            <p:spPr>
              <a:xfrm>
                <a:off x="2357295" y="3248415"/>
                <a:ext cx="1776240" cy="5036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7" name="Ink 136">
                <a:extLst>
                  <a:ext uri="{FF2B5EF4-FFF2-40B4-BE49-F238E27FC236}">
                    <a16:creationId xmlns:a16="http://schemas.microsoft.com/office/drawing/2014/main" id="{BA5BC572-25DA-1888-C809-86A5CE0A64ED}"/>
                  </a:ext>
                </a:extLst>
              </p14:cNvPr>
              <p14:cNvContentPartPr/>
              <p14:nvPr/>
            </p14:nvContentPartPr>
            <p14:xfrm>
              <a:off x="4924455" y="3428775"/>
              <a:ext cx="567000" cy="5040"/>
            </p14:xfrm>
          </p:contentPart>
        </mc:Choice>
        <mc:Fallback xmlns="">
          <p:pic>
            <p:nvPicPr>
              <p:cNvPr id="137" name="Ink 136">
                <a:extLst>
                  <a:ext uri="{FF2B5EF4-FFF2-40B4-BE49-F238E27FC236}">
                    <a16:creationId xmlns:a16="http://schemas.microsoft.com/office/drawing/2014/main" id="{BA5BC572-25DA-1888-C809-86A5CE0A64ED}"/>
                  </a:ext>
                </a:extLst>
              </p:cNvPr>
              <p:cNvPicPr/>
              <p:nvPr/>
            </p:nvPicPr>
            <p:blipFill>
              <a:blip r:embed="rId118"/>
              <a:stretch>
                <a:fillRect/>
              </a:stretch>
            </p:blipFill>
            <p:spPr>
              <a:xfrm>
                <a:off x="4919775" y="3424095"/>
                <a:ext cx="5756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9" name="Ink 138">
                <a:extLst>
                  <a:ext uri="{FF2B5EF4-FFF2-40B4-BE49-F238E27FC236}">
                    <a16:creationId xmlns:a16="http://schemas.microsoft.com/office/drawing/2014/main" id="{D3E8D6E7-344A-CECE-FD5B-81A53C8A420E}"/>
                  </a:ext>
                </a:extLst>
              </p14:cNvPr>
              <p14:cNvContentPartPr/>
              <p14:nvPr/>
            </p14:nvContentPartPr>
            <p14:xfrm>
              <a:off x="4857495" y="3495375"/>
              <a:ext cx="548280" cy="10080"/>
            </p14:xfrm>
          </p:contentPart>
        </mc:Choice>
        <mc:Fallback xmlns="">
          <p:pic>
            <p:nvPicPr>
              <p:cNvPr id="139" name="Ink 138">
                <a:extLst>
                  <a:ext uri="{FF2B5EF4-FFF2-40B4-BE49-F238E27FC236}">
                    <a16:creationId xmlns:a16="http://schemas.microsoft.com/office/drawing/2014/main" id="{D3E8D6E7-344A-CECE-FD5B-81A53C8A420E}"/>
                  </a:ext>
                </a:extLst>
              </p:cNvPr>
              <p:cNvPicPr/>
              <p:nvPr/>
            </p:nvPicPr>
            <p:blipFill>
              <a:blip r:embed="rId120"/>
              <a:stretch>
                <a:fillRect/>
              </a:stretch>
            </p:blipFill>
            <p:spPr>
              <a:xfrm>
                <a:off x="4852815" y="3490695"/>
                <a:ext cx="556920" cy="18720"/>
              </a:xfrm>
              <a:prstGeom prst="rect">
                <a:avLst/>
              </a:prstGeom>
            </p:spPr>
          </p:pic>
        </mc:Fallback>
      </mc:AlternateContent>
      <p:grpSp>
        <p:nvGrpSpPr>
          <p:cNvPr id="141" name="Group 140">
            <a:extLst>
              <a:ext uri="{FF2B5EF4-FFF2-40B4-BE49-F238E27FC236}">
                <a16:creationId xmlns:a16="http://schemas.microsoft.com/office/drawing/2014/main" id="{84140F4A-0215-DDA4-9CB9-EA615CFF042E}"/>
              </a:ext>
            </a:extLst>
          </p:cNvPr>
          <p:cNvGrpSpPr/>
          <p:nvPr/>
        </p:nvGrpSpPr>
        <p:grpSpPr>
          <a:xfrm>
            <a:off x="2638335" y="3405135"/>
            <a:ext cx="3967200" cy="333960"/>
            <a:chOff x="2638335" y="3405135"/>
            <a:chExt cx="3967200" cy="333960"/>
          </a:xfrm>
        </p:grpSpPr>
        <mc:AlternateContent xmlns:mc="http://schemas.openxmlformats.org/markup-compatibility/2006" xmlns:p14="http://schemas.microsoft.com/office/powerpoint/2010/main">
          <mc:Choice Requires="p14">
            <p:contentPart p14:bwMode="auto" r:id="rId121">
              <p14:nvContentPartPr>
                <p14:cNvPr id="128" name="Ink 127">
                  <a:extLst>
                    <a:ext uri="{FF2B5EF4-FFF2-40B4-BE49-F238E27FC236}">
                      <a16:creationId xmlns:a16="http://schemas.microsoft.com/office/drawing/2014/main" id="{985CE6A8-CF60-C929-BC79-969E4EF37D3D}"/>
                    </a:ext>
                  </a:extLst>
                </p14:cNvPr>
                <p14:cNvContentPartPr/>
                <p14:nvPr/>
              </p14:nvContentPartPr>
              <p14:xfrm>
                <a:off x="5662335" y="3405135"/>
                <a:ext cx="943200" cy="360"/>
              </p14:xfrm>
            </p:contentPart>
          </mc:Choice>
          <mc:Fallback xmlns="">
            <p:pic>
              <p:nvPicPr>
                <p:cNvPr id="128" name="Ink 127">
                  <a:extLst>
                    <a:ext uri="{FF2B5EF4-FFF2-40B4-BE49-F238E27FC236}">
                      <a16:creationId xmlns:a16="http://schemas.microsoft.com/office/drawing/2014/main" id="{985CE6A8-CF60-C929-BC79-969E4EF37D3D}"/>
                    </a:ext>
                  </a:extLst>
                </p:cNvPr>
                <p:cNvPicPr/>
                <p:nvPr/>
              </p:nvPicPr>
              <p:blipFill>
                <a:blip r:embed="rId122"/>
                <a:stretch>
                  <a:fillRect/>
                </a:stretch>
              </p:blipFill>
              <p:spPr>
                <a:xfrm>
                  <a:off x="5658015" y="3400815"/>
                  <a:ext cx="9518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29" name="Ink 128">
                  <a:extLst>
                    <a:ext uri="{FF2B5EF4-FFF2-40B4-BE49-F238E27FC236}">
                      <a16:creationId xmlns:a16="http://schemas.microsoft.com/office/drawing/2014/main" id="{17DB1B5F-79A9-5FF8-166B-3DC0D385144A}"/>
                    </a:ext>
                  </a:extLst>
                </p14:cNvPr>
                <p14:cNvContentPartPr/>
                <p14:nvPr/>
              </p14:nvContentPartPr>
              <p14:xfrm>
                <a:off x="2638335" y="3488655"/>
                <a:ext cx="634320" cy="11880"/>
              </p14:xfrm>
            </p:contentPart>
          </mc:Choice>
          <mc:Fallback xmlns="">
            <p:pic>
              <p:nvPicPr>
                <p:cNvPr id="129" name="Ink 128">
                  <a:extLst>
                    <a:ext uri="{FF2B5EF4-FFF2-40B4-BE49-F238E27FC236}">
                      <a16:creationId xmlns:a16="http://schemas.microsoft.com/office/drawing/2014/main" id="{17DB1B5F-79A9-5FF8-166B-3DC0D385144A}"/>
                    </a:ext>
                  </a:extLst>
                </p:cNvPr>
                <p:cNvPicPr/>
                <p:nvPr/>
              </p:nvPicPr>
              <p:blipFill>
                <a:blip r:embed="rId124"/>
                <a:stretch>
                  <a:fillRect/>
                </a:stretch>
              </p:blipFill>
              <p:spPr>
                <a:xfrm>
                  <a:off x="2634015" y="3484335"/>
                  <a:ext cx="6429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40" name="Ink 139">
                  <a:extLst>
                    <a:ext uri="{FF2B5EF4-FFF2-40B4-BE49-F238E27FC236}">
                      <a16:creationId xmlns:a16="http://schemas.microsoft.com/office/drawing/2014/main" id="{EB9B4823-EA1B-348B-42A7-BA11873463EC}"/>
                    </a:ext>
                  </a:extLst>
                </p14:cNvPr>
                <p14:cNvContentPartPr/>
                <p14:nvPr/>
              </p14:nvContentPartPr>
              <p14:xfrm>
                <a:off x="3272055" y="3438495"/>
                <a:ext cx="2183040" cy="300600"/>
              </p14:xfrm>
            </p:contentPart>
          </mc:Choice>
          <mc:Fallback xmlns="">
            <p:pic>
              <p:nvPicPr>
                <p:cNvPr id="140" name="Ink 139">
                  <a:extLst>
                    <a:ext uri="{FF2B5EF4-FFF2-40B4-BE49-F238E27FC236}">
                      <a16:creationId xmlns:a16="http://schemas.microsoft.com/office/drawing/2014/main" id="{EB9B4823-EA1B-348B-42A7-BA11873463EC}"/>
                    </a:ext>
                  </a:extLst>
                </p:cNvPr>
                <p:cNvPicPr/>
                <p:nvPr/>
              </p:nvPicPr>
              <p:blipFill>
                <a:blip r:embed="rId126"/>
                <a:stretch>
                  <a:fillRect/>
                </a:stretch>
              </p:blipFill>
              <p:spPr>
                <a:xfrm>
                  <a:off x="3267735" y="3434175"/>
                  <a:ext cx="2191680" cy="30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7">
            <p14:nvContentPartPr>
              <p14:cNvPr id="143" name="Ink 142">
                <a:extLst>
                  <a:ext uri="{FF2B5EF4-FFF2-40B4-BE49-F238E27FC236}">
                    <a16:creationId xmlns:a16="http://schemas.microsoft.com/office/drawing/2014/main" id="{E8FAF682-E724-3A1B-8F94-EB1BD3C71A25}"/>
                  </a:ext>
                </a:extLst>
              </p14:cNvPr>
              <p14:cNvContentPartPr/>
              <p14:nvPr/>
            </p14:nvContentPartPr>
            <p14:xfrm>
              <a:off x="4033815" y="3500235"/>
              <a:ext cx="324000" cy="360"/>
            </p14:xfrm>
          </p:contentPart>
        </mc:Choice>
        <mc:Fallback xmlns="">
          <p:pic>
            <p:nvPicPr>
              <p:cNvPr id="143" name="Ink 142">
                <a:extLst>
                  <a:ext uri="{FF2B5EF4-FFF2-40B4-BE49-F238E27FC236}">
                    <a16:creationId xmlns:a16="http://schemas.microsoft.com/office/drawing/2014/main" id="{E8FAF682-E724-3A1B-8F94-EB1BD3C71A25}"/>
                  </a:ext>
                </a:extLst>
              </p:cNvPr>
              <p:cNvPicPr/>
              <p:nvPr/>
            </p:nvPicPr>
            <p:blipFill>
              <a:blip r:embed="rId128"/>
              <a:stretch>
                <a:fillRect/>
              </a:stretch>
            </p:blipFill>
            <p:spPr>
              <a:xfrm>
                <a:off x="4029135" y="3495555"/>
                <a:ext cx="332640" cy="9000"/>
              </a:xfrm>
              <a:prstGeom prst="rect">
                <a:avLst/>
              </a:prstGeom>
            </p:spPr>
          </p:pic>
        </mc:Fallback>
      </mc:AlternateContent>
      <p:sp>
        <p:nvSpPr>
          <p:cNvPr id="144" name="TextBox 143">
            <a:extLst>
              <a:ext uri="{FF2B5EF4-FFF2-40B4-BE49-F238E27FC236}">
                <a16:creationId xmlns:a16="http://schemas.microsoft.com/office/drawing/2014/main" id="{31AA0EE0-4992-639E-E9FF-6B6FE22C9806}"/>
              </a:ext>
            </a:extLst>
          </p:cNvPr>
          <p:cNvSpPr txBox="1"/>
          <p:nvPr/>
        </p:nvSpPr>
        <p:spPr>
          <a:xfrm>
            <a:off x="2696375" y="3740766"/>
            <a:ext cx="1520640" cy="307777"/>
          </a:xfrm>
          <a:prstGeom prst="rect">
            <a:avLst/>
          </a:prstGeom>
          <a:noFill/>
        </p:spPr>
        <p:txBody>
          <a:bodyPr wrap="square" rtlCol="0">
            <a:spAutoFit/>
          </a:bodyPr>
          <a:lstStyle/>
          <a:p>
            <a:r>
              <a:rPr lang="en-US" sz="700" dirty="0">
                <a:solidFill>
                  <a:srgbClr val="FF0000"/>
                </a:solidFill>
              </a:rPr>
              <a:t>Use the same terminology. Earlier “capacity decision”?</a:t>
            </a:r>
          </a:p>
        </p:txBody>
      </p:sp>
      <mc:AlternateContent xmlns:mc="http://schemas.openxmlformats.org/markup-compatibility/2006" xmlns:p14="http://schemas.microsoft.com/office/powerpoint/2010/main">
        <mc:Choice Requires="p14">
          <p:contentPart p14:bwMode="auto" r:id="rId129">
            <p14:nvContentPartPr>
              <p14:cNvPr id="146" name="Ink 145">
                <a:extLst>
                  <a:ext uri="{FF2B5EF4-FFF2-40B4-BE49-F238E27FC236}">
                    <a16:creationId xmlns:a16="http://schemas.microsoft.com/office/drawing/2014/main" id="{2AA4A472-F810-3F92-01C2-24D0F9C1B66D}"/>
                  </a:ext>
                </a:extLst>
              </p14:cNvPr>
              <p14:cNvContentPartPr/>
              <p14:nvPr/>
            </p14:nvContentPartPr>
            <p14:xfrm>
              <a:off x="4562250" y="3404880"/>
              <a:ext cx="790920" cy="433800"/>
            </p14:xfrm>
          </p:contentPart>
        </mc:Choice>
        <mc:Fallback xmlns="">
          <p:pic>
            <p:nvPicPr>
              <p:cNvPr id="146" name="Ink 145">
                <a:extLst>
                  <a:ext uri="{FF2B5EF4-FFF2-40B4-BE49-F238E27FC236}">
                    <a16:creationId xmlns:a16="http://schemas.microsoft.com/office/drawing/2014/main" id="{2AA4A472-F810-3F92-01C2-24D0F9C1B66D}"/>
                  </a:ext>
                </a:extLst>
              </p:cNvPr>
              <p:cNvPicPr/>
              <p:nvPr/>
            </p:nvPicPr>
            <p:blipFill>
              <a:blip r:embed="rId130"/>
              <a:stretch>
                <a:fillRect/>
              </a:stretch>
            </p:blipFill>
            <p:spPr>
              <a:xfrm>
                <a:off x="4557570" y="3400200"/>
                <a:ext cx="799560" cy="442440"/>
              </a:xfrm>
              <a:prstGeom prst="rect">
                <a:avLst/>
              </a:prstGeom>
            </p:spPr>
          </p:pic>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B1A7B210-9CEB-5751-6E1C-36C3DA821074}"/>
                  </a:ext>
                </a:extLst>
              </p:cNvPr>
              <p:cNvSpPr txBox="1"/>
              <p:nvPr/>
            </p:nvSpPr>
            <p:spPr>
              <a:xfrm>
                <a:off x="4986626" y="3769433"/>
                <a:ext cx="1139082" cy="2000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700" b="0" i="1" smtClean="0">
                          <a:solidFill>
                            <a:srgbClr val="FF0000"/>
                          </a:solidFill>
                          <a:latin typeface="Cambria Math" panose="02040503050406030204" pitchFamily="18" charset="0"/>
                        </a:rPr>
                        <m:t>𝑆</m:t>
                      </m:r>
                      <m:r>
                        <a:rPr lang="en-US" sz="700" b="0" i="1" smtClean="0">
                          <a:solidFill>
                            <a:srgbClr val="FF0000"/>
                          </a:solidFill>
                          <a:latin typeface="Cambria Math" panose="02040503050406030204" pitchFamily="18" charset="0"/>
                        </a:rPr>
                        <m:t>∈[0, ∞]</m:t>
                      </m:r>
                    </m:oMath>
                  </m:oMathPara>
                </a14:m>
                <a:endParaRPr lang="en-US" sz="700" dirty="0">
                  <a:solidFill>
                    <a:srgbClr val="FF0000"/>
                  </a:solidFill>
                </a:endParaRPr>
              </a:p>
            </p:txBody>
          </p:sp>
        </mc:Choice>
        <mc:Fallback xmlns="">
          <p:sp>
            <p:nvSpPr>
              <p:cNvPr id="147" name="TextBox 146">
                <a:extLst>
                  <a:ext uri="{FF2B5EF4-FFF2-40B4-BE49-F238E27FC236}">
                    <a16:creationId xmlns:a16="http://schemas.microsoft.com/office/drawing/2014/main" id="{B1A7B210-9CEB-5751-6E1C-36C3DA821074}"/>
                  </a:ext>
                </a:extLst>
              </p:cNvPr>
              <p:cNvSpPr txBox="1">
                <a:spLocks noRot="1" noChangeAspect="1" noMove="1" noResize="1" noEditPoints="1" noAdjustHandles="1" noChangeArrowheads="1" noChangeShapeType="1" noTextEdit="1"/>
              </p:cNvSpPr>
              <p:nvPr/>
            </p:nvSpPr>
            <p:spPr>
              <a:xfrm>
                <a:off x="4986626" y="3769433"/>
                <a:ext cx="1139082" cy="200055"/>
              </a:xfrm>
              <a:prstGeom prst="rect">
                <a:avLst/>
              </a:prstGeom>
              <a:blipFill>
                <a:blip r:embed="rId131"/>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32">
            <p14:nvContentPartPr>
              <p14:cNvPr id="149" name="Ink 148">
                <a:extLst>
                  <a:ext uri="{FF2B5EF4-FFF2-40B4-BE49-F238E27FC236}">
                    <a16:creationId xmlns:a16="http://schemas.microsoft.com/office/drawing/2014/main" id="{A48A5C19-97B8-7A5A-665B-889872E3934A}"/>
                  </a:ext>
                </a:extLst>
              </p14:cNvPr>
              <p14:cNvContentPartPr/>
              <p14:nvPr/>
            </p14:nvContentPartPr>
            <p14:xfrm>
              <a:off x="4619670" y="4152758"/>
              <a:ext cx="338400" cy="9720"/>
            </p14:xfrm>
          </p:contentPart>
        </mc:Choice>
        <mc:Fallback xmlns="">
          <p:pic>
            <p:nvPicPr>
              <p:cNvPr id="149" name="Ink 148">
                <a:extLst>
                  <a:ext uri="{FF2B5EF4-FFF2-40B4-BE49-F238E27FC236}">
                    <a16:creationId xmlns:a16="http://schemas.microsoft.com/office/drawing/2014/main" id="{A48A5C19-97B8-7A5A-665B-889872E3934A}"/>
                  </a:ext>
                </a:extLst>
              </p:cNvPr>
              <p:cNvPicPr/>
              <p:nvPr/>
            </p:nvPicPr>
            <p:blipFill>
              <a:blip r:embed="rId133"/>
              <a:stretch>
                <a:fillRect/>
              </a:stretch>
            </p:blipFill>
            <p:spPr>
              <a:xfrm>
                <a:off x="4614990" y="4148078"/>
                <a:ext cx="3470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50" name="Ink 149">
                <a:extLst>
                  <a:ext uri="{FF2B5EF4-FFF2-40B4-BE49-F238E27FC236}">
                    <a16:creationId xmlns:a16="http://schemas.microsoft.com/office/drawing/2014/main" id="{E083534E-3EAB-B634-1574-AA32A8CDDF8D}"/>
                  </a:ext>
                </a:extLst>
              </p14:cNvPr>
              <p14:cNvContentPartPr/>
              <p14:nvPr/>
            </p14:nvContentPartPr>
            <p14:xfrm>
              <a:off x="4886070" y="4157438"/>
              <a:ext cx="1904760" cy="600840"/>
            </p14:xfrm>
          </p:contentPart>
        </mc:Choice>
        <mc:Fallback xmlns="">
          <p:pic>
            <p:nvPicPr>
              <p:cNvPr id="150" name="Ink 149">
                <a:extLst>
                  <a:ext uri="{FF2B5EF4-FFF2-40B4-BE49-F238E27FC236}">
                    <a16:creationId xmlns:a16="http://schemas.microsoft.com/office/drawing/2014/main" id="{E083534E-3EAB-B634-1574-AA32A8CDDF8D}"/>
                  </a:ext>
                </a:extLst>
              </p:cNvPr>
              <p:cNvPicPr/>
              <p:nvPr/>
            </p:nvPicPr>
            <p:blipFill>
              <a:blip r:embed="rId135"/>
              <a:stretch>
                <a:fillRect/>
              </a:stretch>
            </p:blipFill>
            <p:spPr>
              <a:xfrm>
                <a:off x="4881750" y="4153118"/>
                <a:ext cx="1913400" cy="609480"/>
              </a:xfrm>
              <a:prstGeom prst="rect">
                <a:avLst/>
              </a:prstGeom>
            </p:spPr>
          </p:pic>
        </mc:Fallback>
      </mc:AlternateContent>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6356C8D4-9D1D-CE3A-870D-5C89AEC44D1C}"/>
                  </a:ext>
                </a:extLst>
              </p:cNvPr>
              <p:cNvSpPr txBox="1"/>
              <p:nvPr/>
            </p:nvSpPr>
            <p:spPr>
              <a:xfrm>
                <a:off x="7700697" y="4493599"/>
                <a:ext cx="1582296" cy="523220"/>
              </a:xfrm>
              <a:prstGeom prst="rect">
                <a:avLst/>
              </a:prstGeom>
              <a:noFill/>
            </p:spPr>
            <p:txBody>
              <a:bodyPr wrap="square" rtlCol="0">
                <a:spAutoFit/>
              </a:bodyPr>
              <a:lstStyle/>
              <a:p>
                <a:r>
                  <a:rPr lang="en-US" sz="700" dirty="0">
                    <a:solidFill>
                      <a:srgbClr val="FF0000"/>
                    </a:solidFill>
                  </a:rPr>
                  <a:t>Define the </a:t>
                </a:r>
                <a14:m>
                  <m:oMath xmlns:m="http://schemas.openxmlformats.org/officeDocument/2006/math">
                    <m:sSup>
                      <m:sSupPr>
                        <m:ctrlPr>
                          <a:rPr lang="en-US" sz="700" b="0" i="1" smtClean="0">
                            <a:solidFill>
                              <a:srgbClr val="FF0000"/>
                            </a:solidFill>
                            <a:latin typeface="Cambria Math" panose="02040503050406030204" pitchFamily="18" charset="0"/>
                          </a:rPr>
                        </m:ctrlPr>
                      </m:sSupPr>
                      <m:e>
                        <m:d>
                          <m:dPr>
                            <m:ctrlPr>
                              <a:rPr lang="en-US" sz="700" b="0" i="1" smtClean="0">
                                <a:solidFill>
                                  <a:srgbClr val="FF0000"/>
                                </a:solidFill>
                                <a:latin typeface="Cambria Math" panose="02040503050406030204" pitchFamily="18" charset="0"/>
                              </a:rPr>
                            </m:ctrlPr>
                          </m:dPr>
                          <m:e>
                            <m:r>
                              <a:rPr lang="en-US" sz="700" b="0" i="1" smtClean="0">
                                <a:solidFill>
                                  <a:srgbClr val="FF0000"/>
                                </a:solidFill>
                                <a:latin typeface="Cambria Math" panose="02040503050406030204" pitchFamily="18" charset="0"/>
                              </a:rPr>
                              <m:t>⋅</m:t>
                            </m:r>
                          </m:e>
                        </m:d>
                      </m:e>
                      <m:sup>
                        <m:r>
                          <a:rPr lang="en-US" sz="700" b="0" i="1" smtClean="0">
                            <a:solidFill>
                              <a:srgbClr val="FF0000"/>
                            </a:solidFill>
                            <a:latin typeface="Cambria Math" panose="02040503050406030204" pitchFamily="18" charset="0"/>
                          </a:rPr>
                          <m:t>+</m:t>
                        </m:r>
                      </m:sup>
                    </m:sSup>
                  </m:oMath>
                </a14:m>
                <a:r>
                  <a:rPr lang="en-US" sz="700" b="1" dirty="0">
                    <a:solidFill>
                      <a:srgbClr val="FF0000"/>
                    </a:solidFill>
                  </a:rPr>
                  <a:t> </a:t>
                </a:r>
                <a:r>
                  <a:rPr lang="en-US" sz="700" dirty="0">
                    <a:solidFill>
                      <a:srgbClr val="FF0000"/>
                    </a:solidFill>
                  </a:rPr>
                  <a:t>operator. Also textually highlight its asymmetric meaning (i.e., only too little capacity incurs costs). </a:t>
                </a:r>
                <a:endParaRPr lang="en-US" sz="700" b="1" dirty="0">
                  <a:solidFill>
                    <a:srgbClr val="FF0000"/>
                  </a:solidFill>
                </a:endParaRPr>
              </a:p>
            </p:txBody>
          </p:sp>
        </mc:Choice>
        <mc:Fallback xmlns="">
          <p:sp>
            <p:nvSpPr>
              <p:cNvPr id="151" name="TextBox 150">
                <a:extLst>
                  <a:ext uri="{FF2B5EF4-FFF2-40B4-BE49-F238E27FC236}">
                    <a16:creationId xmlns:a16="http://schemas.microsoft.com/office/drawing/2014/main" id="{6356C8D4-9D1D-CE3A-870D-5C89AEC44D1C}"/>
                  </a:ext>
                </a:extLst>
              </p:cNvPr>
              <p:cNvSpPr txBox="1">
                <a:spLocks noRot="1" noChangeAspect="1" noMove="1" noResize="1" noEditPoints="1" noAdjustHandles="1" noChangeArrowheads="1" noChangeShapeType="1" noTextEdit="1"/>
              </p:cNvSpPr>
              <p:nvPr/>
            </p:nvSpPr>
            <p:spPr>
              <a:xfrm>
                <a:off x="7700697" y="4493599"/>
                <a:ext cx="1582296" cy="523220"/>
              </a:xfrm>
              <a:prstGeom prst="rect">
                <a:avLst/>
              </a:prstGeom>
              <a:blipFill>
                <a:blip r:embed="rId136"/>
                <a:stretch>
                  <a:fillRect b="-1163"/>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37">
            <p14:nvContentPartPr>
              <p14:cNvPr id="152" name="Ink 151">
                <a:extLst>
                  <a:ext uri="{FF2B5EF4-FFF2-40B4-BE49-F238E27FC236}">
                    <a16:creationId xmlns:a16="http://schemas.microsoft.com/office/drawing/2014/main" id="{E7F8D1EE-9DC9-34BF-DF33-D308F2BF6D1C}"/>
                  </a:ext>
                </a:extLst>
              </p14:cNvPr>
              <p14:cNvContentPartPr/>
              <p14:nvPr/>
            </p14:nvContentPartPr>
            <p14:xfrm>
              <a:off x="4309890" y="3378758"/>
              <a:ext cx="18000" cy="20160"/>
            </p14:xfrm>
          </p:contentPart>
        </mc:Choice>
        <mc:Fallback xmlns="">
          <p:pic>
            <p:nvPicPr>
              <p:cNvPr id="152" name="Ink 151">
                <a:extLst>
                  <a:ext uri="{FF2B5EF4-FFF2-40B4-BE49-F238E27FC236}">
                    <a16:creationId xmlns:a16="http://schemas.microsoft.com/office/drawing/2014/main" id="{E7F8D1EE-9DC9-34BF-DF33-D308F2BF6D1C}"/>
                  </a:ext>
                </a:extLst>
              </p:cNvPr>
              <p:cNvPicPr/>
              <p:nvPr/>
            </p:nvPicPr>
            <p:blipFill>
              <a:blip r:embed="rId138"/>
              <a:stretch>
                <a:fillRect/>
              </a:stretch>
            </p:blipFill>
            <p:spPr>
              <a:xfrm>
                <a:off x="4305570" y="3374438"/>
                <a:ext cx="266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54" name="Ink 153">
                <a:extLst>
                  <a:ext uri="{FF2B5EF4-FFF2-40B4-BE49-F238E27FC236}">
                    <a16:creationId xmlns:a16="http://schemas.microsoft.com/office/drawing/2014/main" id="{43D149AE-81F5-7084-33B0-2F75F053B757}"/>
                  </a:ext>
                </a:extLst>
              </p14:cNvPr>
              <p14:cNvContentPartPr/>
              <p14:nvPr/>
            </p14:nvContentPartPr>
            <p14:xfrm>
              <a:off x="4274970" y="3357518"/>
              <a:ext cx="54720" cy="52920"/>
            </p14:xfrm>
          </p:contentPart>
        </mc:Choice>
        <mc:Fallback xmlns="">
          <p:pic>
            <p:nvPicPr>
              <p:cNvPr id="154" name="Ink 153">
                <a:extLst>
                  <a:ext uri="{FF2B5EF4-FFF2-40B4-BE49-F238E27FC236}">
                    <a16:creationId xmlns:a16="http://schemas.microsoft.com/office/drawing/2014/main" id="{43D149AE-81F5-7084-33B0-2F75F053B757}"/>
                  </a:ext>
                </a:extLst>
              </p:cNvPr>
              <p:cNvPicPr/>
              <p:nvPr/>
            </p:nvPicPr>
            <p:blipFill>
              <a:blip r:embed="rId140"/>
              <a:stretch>
                <a:fillRect/>
              </a:stretch>
            </p:blipFill>
            <p:spPr>
              <a:xfrm>
                <a:off x="4270650" y="3353198"/>
                <a:ext cx="633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55" name="Ink 154">
                <a:extLst>
                  <a:ext uri="{FF2B5EF4-FFF2-40B4-BE49-F238E27FC236}">
                    <a16:creationId xmlns:a16="http://schemas.microsoft.com/office/drawing/2014/main" id="{CA5928F4-5218-F483-BC35-EACC964F9ECA}"/>
                  </a:ext>
                </a:extLst>
              </p14:cNvPr>
              <p14:cNvContentPartPr/>
              <p14:nvPr/>
            </p14:nvContentPartPr>
            <p14:xfrm>
              <a:off x="2261130" y="3076178"/>
              <a:ext cx="2034720" cy="2762280"/>
            </p14:xfrm>
          </p:contentPart>
        </mc:Choice>
        <mc:Fallback xmlns="">
          <p:pic>
            <p:nvPicPr>
              <p:cNvPr id="155" name="Ink 154">
                <a:extLst>
                  <a:ext uri="{FF2B5EF4-FFF2-40B4-BE49-F238E27FC236}">
                    <a16:creationId xmlns:a16="http://schemas.microsoft.com/office/drawing/2014/main" id="{CA5928F4-5218-F483-BC35-EACC964F9ECA}"/>
                  </a:ext>
                </a:extLst>
              </p:cNvPr>
              <p:cNvPicPr/>
              <p:nvPr/>
            </p:nvPicPr>
            <p:blipFill>
              <a:blip r:embed="rId142"/>
              <a:stretch>
                <a:fillRect/>
              </a:stretch>
            </p:blipFill>
            <p:spPr>
              <a:xfrm>
                <a:off x="2256810" y="3071858"/>
                <a:ext cx="2043360" cy="2770920"/>
              </a:xfrm>
              <a:prstGeom prst="rect">
                <a:avLst/>
              </a:prstGeom>
            </p:spPr>
          </p:pic>
        </mc:Fallback>
      </mc:AlternateContent>
      <p:sp>
        <p:nvSpPr>
          <p:cNvPr id="156" name="TextBox 155">
            <a:extLst>
              <a:ext uri="{FF2B5EF4-FFF2-40B4-BE49-F238E27FC236}">
                <a16:creationId xmlns:a16="http://schemas.microsoft.com/office/drawing/2014/main" id="{2E8C6B56-0D95-74EB-2256-47727235EA4E}"/>
              </a:ext>
            </a:extLst>
          </p:cNvPr>
          <p:cNvSpPr txBox="1"/>
          <p:nvPr/>
        </p:nvSpPr>
        <p:spPr>
          <a:xfrm>
            <a:off x="2440959" y="5780062"/>
            <a:ext cx="1139082" cy="415498"/>
          </a:xfrm>
          <a:prstGeom prst="rect">
            <a:avLst/>
          </a:prstGeom>
          <a:noFill/>
        </p:spPr>
        <p:txBody>
          <a:bodyPr wrap="square" rtlCol="0">
            <a:spAutoFit/>
          </a:bodyPr>
          <a:lstStyle/>
          <a:p>
            <a:r>
              <a:rPr lang="en-US" sz="700" dirty="0">
                <a:solidFill>
                  <a:srgbClr val="FF0000"/>
                </a:solidFill>
              </a:rPr>
              <a:t>Motivate textually that the DM bases his decision on the estimate.</a:t>
            </a:r>
            <a:endParaRPr lang="en-US" sz="700" b="1" dirty="0">
              <a:solidFill>
                <a:srgbClr val="FF0000"/>
              </a:solidFill>
            </a:endParaRPr>
          </a:p>
        </p:txBody>
      </p:sp>
      <mc:AlternateContent xmlns:mc="http://schemas.openxmlformats.org/markup-compatibility/2006" xmlns:p14="http://schemas.microsoft.com/office/powerpoint/2010/main">
        <mc:Choice Requires="p14">
          <p:contentPart p14:bwMode="auto" r:id="rId143">
            <p14:nvContentPartPr>
              <p14:cNvPr id="159" name="Ink 158">
                <a:extLst>
                  <a:ext uri="{FF2B5EF4-FFF2-40B4-BE49-F238E27FC236}">
                    <a16:creationId xmlns:a16="http://schemas.microsoft.com/office/drawing/2014/main" id="{D76E1212-12BE-FCE4-9700-54CF1618FC5B}"/>
                  </a:ext>
                </a:extLst>
              </p14:cNvPr>
              <p14:cNvContentPartPr/>
              <p14:nvPr/>
            </p14:nvContentPartPr>
            <p14:xfrm>
              <a:off x="3527315" y="4273395"/>
              <a:ext cx="622800" cy="720"/>
            </p14:xfrm>
          </p:contentPart>
        </mc:Choice>
        <mc:Fallback xmlns="">
          <p:pic>
            <p:nvPicPr>
              <p:cNvPr id="159" name="Ink 158">
                <a:extLst>
                  <a:ext uri="{FF2B5EF4-FFF2-40B4-BE49-F238E27FC236}">
                    <a16:creationId xmlns:a16="http://schemas.microsoft.com/office/drawing/2014/main" id="{D76E1212-12BE-FCE4-9700-54CF1618FC5B}"/>
                  </a:ext>
                </a:extLst>
              </p:cNvPr>
              <p:cNvPicPr/>
              <p:nvPr/>
            </p:nvPicPr>
            <p:blipFill>
              <a:blip r:embed="rId144"/>
              <a:stretch>
                <a:fillRect/>
              </a:stretch>
            </p:blipFill>
            <p:spPr>
              <a:xfrm>
                <a:off x="3522635" y="4264035"/>
                <a:ext cx="631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61" name="Ink 160">
                <a:extLst>
                  <a:ext uri="{FF2B5EF4-FFF2-40B4-BE49-F238E27FC236}">
                    <a16:creationId xmlns:a16="http://schemas.microsoft.com/office/drawing/2014/main" id="{CE5B1A89-00DA-C8B9-3E2C-BFE837F95CCA}"/>
                  </a:ext>
                </a:extLst>
              </p14:cNvPr>
              <p14:cNvContentPartPr/>
              <p14:nvPr/>
            </p14:nvContentPartPr>
            <p14:xfrm>
              <a:off x="4396715" y="4273395"/>
              <a:ext cx="316800" cy="3600"/>
            </p14:xfrm>
          </p:contentPart>
        </mc:Choice>
        <mc:Fallback xmlns="">
          <p:pic>
            <p:nvPicPr>
              <p:cNvPr id="161" name="Ink 160">
                <a:extLst>
                  <a:ext uri="{FF2B5EF4-FFF2-40B4-BE49-F238E27FC236}">
                    <a16:creationId xmlns:a16="http://schemas.microsoft.com/office/drawing/2014/main" id="{CE5B1A89-00DA-C8B9-3E2C-BFE837F95CCA}"/>
                  </a:ext>
                </a:extLst>
              </p:cNvPr>
              <p:cNvPicPr/>
              <p:nvPr/>
            </p:nvPicPr>
            <p:blipFill>
              <a:blip r:embed="rId146"/>
              <a:stretch>
                <a:fillRect/>
              </a:stretch>
            </p:blipFill>
            <p:spPr>
              <a:xfrm>
                <a:off x="4392395" y="4269075"/>
                <a:ext cx="325440" cy="12240"/>
              </a:xfrm>
              <a:prstGeom prst="rect">
                <a:avLst/>
              </a:prstGeom>
            </p:spPr>
          </p:pic>
        </mc:Fallback>
      </mc:AlternateContent>
      <p:sp>
        <p:nvSpPr>
          <p:cNvPr id="167" name="TextBox 166">
            <a:extLst>
              <a:ext uri="{FF2B5EF4-FFF2-40B4-BE49-F238E27FC236}">
                <a16:creationId xmlns:a16="http://schemas.microsoft.com/office/drawing/2014/main" id="{E8DBE4FA-8696-A0D6-F17C-C67955C5EA76}"/>
              </a:ext>
            </a:extLst>
          </p:cNvPr>
          <p:cNvSpPr txBox="1"/>
          <p:nvPr/>
        </p:nvSpPr>
        <p:spPr>
          <a:xfrm>
            <a:off x="2659831" y="4607275"/>
            <a:ext cx="1615139" cy="307777"/>
          </a:xfrm>
          <a:prstGeom prst="rect">
            <a:avLst/>
          </a:prstGeom>
          <a:noFill/>
        </p:spPr>
        <p:txBody>
          <a:bodyPr wrap="square" rtlCol="0">
            <a:spAutoFit/>
          </a:bodyPr>
          <a:lstStyle/>
          <a:p>
            <a:r>
              <a:rPr lang="en-US" sz="700" dirty="0">
                <a:solidFill>
                  <a:srgbClr val="FF0000"/>
                </a:solidFill>
              </a:rPr>
              <a:t>Use the same terminology. “investment costs and shortfall costs”?</a:t>
            </a:r>
          </a:p>
        </p:txBody>
      </p:sp>
      <mc:AlternateContent xmlns:mc="http://schemas.openxmlformats.org/markup-compatibility/2006" xmlns:p14="http://schemas.microsoft.com/office/powerpoint/2010/main">
        <mc:Choice Requires="p14">
          <p:contentPart p14:bwMode="auto" r:id="rId147">
            <p14:nvContentPartPr>
              <p14:cNvPr id="168" name="Ink 167">
                <a:extLst>
                  <a:ext uri="{FF2B5EF4-FFF2-40B4-BE49-F238E27FC236}">
                    <a16:creationId xmlns:a16="http://schemas.microsoft.com/office/drawing/2014/main" id="{F04A31A6-1162-B1EB-AE2E-4A84CC3B9308}"/>
                  </a:ext>
                </a:extLst>
              </p14:cNvPr>
              <p14:cNvContentPartPr/>
              <p14:nvPr/>
            </p14:nvContentPartPr>
            <p14:xfrm>
              <a:off x="4705235" y="4273395"/>
              <a:ext cx="228960" cy="13320"/>
            </p14:xfrm>
          </p:contentPart>
        </mc:Choice>
        <mc:Fallback xmlns="">
          <p:pic>
            <p:nvPicPr>
              <p:cNvPr id="168" name="Ink 167">
                <a:extLst>
                  <a:ext uri="{FF2B5EF4-FFF2-40B4-BE49-F238E27FC236}">
                    <a16:creationId xmlns:a16="http://schemas.microsoft.com/office/drawing/2014/main" id="{F04A31A6-1162-B1EB-AE2E-4A84CC3B9308}"/>
                  </a:ext>
                </a:extLst>
              </p:cNvPr>
              <p:cNvPicPr/>
              <p:nvPr/>
            </p:nvPicPr>
            <p:blipFill>
              <a:blip r:embed="rId148"/>
              <a:stretch>
                <a:fillRect/>
              </a:stretch>
            </p:blipFill>
            <p:spPr>
              <a:xfrm>
                <a:off x="4700915" y="4269075"/>
                <a:ext cx="237600" cy="21960"/>
              </a:xfrm>
              <a:prstGeom prst="rect">
                <a:avLst/>
              </a:prstGeom>
            </p:spPr>
          </p:pic>
        </mc:Fallback>
      </mc:AlternateContent>
      <p:sp>
        <p:nvSpPr>
          <p:cNvPr id="176" name="TextBox 175">
            <a:extLst>
              <a:ext uri="{FF2B5EF4-FFF2-40B4-BE49-F238E27FC236}">
                <a16:creationId xmlns:a16="http://schemas.microsoft.com/office/drawing/2014/main" id="{65DD22F2-D975-1CE7-4080-FDD23BF41E5C}"/>
              </a:ext>
            </a:extLst>
          </p:cNvPr>
          <p:cNvSpPr txBox="1"/>
          <p:nvPr/>
        </p:nvSpPr>
        <p:spPr>
          <a:xfrm>
            <a:off x="5033223" y="4565317"/>
            <a:ext cx="1139082" cy="200055"/>
          </a:xfrm>
          <a:prstGeom prst="rect">
            <a:avLst/>
          </a:prstGeom>
          <a:noFill/>
        </p:spPr>
        <p:txBody>
          <a:bodyPr wrap="square" rtlCol="0">
            <a:spAutoFit/>
          </a:bodyPr>
          <a:lstStyle/>
          <a:p>
            <a:r>
              <a:rPr lang="en-US" sz="700" dirty="0">
                <a:solidFill>
                  <a:srgbClr val="FF0000"/>
                </a:solidFill>
              </a:rPr>
              <a:t>Investing in</a:t>
            </a:r>
            <a:endParaRPr lang="en-US" sz="700" b="1" dirty="0">
              <a:solidFill>
                <a:srgbClr val="FF0000"/>
              </a:solidFill>
            </a:endParaRPr>
          </a:p>
        </p:txBody>
      </p:sp>
      <mc:AlternateContent xmlns:mc="http://schemas.openxmlformats.org/markup-compatibility/2006" xmlns:p14="http://schemas.microsoft.com/office/powerpoint/2010/main">
        <mc:Choice Requires="p14">
          <p:contentPart p14:bwMode="auto" r:id="rId149">
            <p14:nvContentPartPr>
              <p14:cNvPr id="177" name="Ink 176">
                <a:extLst>
                  <a:ext uri="{FF2B5EF4-FFF2-40B4-BE49-F238E27FC236}">
                    <a16:creationId xmlns:a16="http://schemas.microsoft.com/office/drawing/2014/main" id="{3706EF58-1E67-6831-A57B-557412B391BA}"/>
                  </a:ext>
                </a:extLst>
              </p14:cNvPr>
              <p14:cNvContentPartPr/>
              <p14:nvPr/>
            </p14:nvContentPartPr>
            <p14:xfrm>
              <a:off x="6492655" y="4381260"/>
              <a:ext cx="108000" cy="3600"/>
            </p14:xfrm>
          </p:contentPart>
        </mc:Choice>
        <mc:Fallback xmlns="">
          <p:pic>
            <p:nvPicPr>
              <p:cNvPr id="177" name="Ink 176">
                <a:extLst>
                  <a:ext uri="{FF2B5EF4-FFF2-40B4-BE49-F238E27FC236}">
                    <a16:creationId xmlns:a16="http://schemas.microsoft.com/office/drawing/2014/main" id="{3706EF58-1E67-6831-A57B-557412B391BA}"/>
                  </a:ext>
                </a:extLst>
              </p:cNvPr>
              <p:cNvPicPr/>
              <p:nvPr/>
            </p:nvPicPr>
            <p:blipFill>
              <a:blip r:embed="rId150"/>
              <a:stretch>
                <a:fillRect/>
              </a:stretch>
            </p:blipFill>
            <p:spPr>
              <a:xfrm>
                <a:off x="6488335" y="4376940"/>
                <a:ext cx="116640" cy="122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78" name="Ink 177">
                <a:extLst>
                  <a:ext uri="{FF2B5EF4-FFF2-40B4-BE49-F238E27FC236}">
                    <a16:creationId xmlns:a16="http://schemas.microsoft.com/office/drawing/2014/main" id="{91B33171-533F-E230-D029-69AFF8F66D96}"/>
                  </a:ext>
                </a:extLst>
              </p14:cNvPr>
              <p14:cNvContentPartPr/>
              <p14:nvPr/>
            </p14:nvContentPartPr>
            <p14:xfrm>
              <a:off x="2632015" y="4473420"/>
              <a:ext cx="1393920" cy="13320"/>
            </p14:xfrm>
          </p:contentPart>
        </mc:Choice>
        <mc:Fallback xmlns="">
          <p:pic>
            <p:nvPicPr>
              <p:cNvPr id="178" name="Ink 177">
                <a:extLst>
                  <a:ext uri="{FF2B5EF4-FFF2-40B4-BE49-F238E27FC236}">
                    <a16:creationId xmlns:a16="http://schemas.microsoft.com/office/drawing/2014/main" id="{91B33171-533F-E230-D029-69AFF8F66D96}"/>
                  </a:ext>
                </a:extLst>
              </p:cNvPr>
              <p:cNvPicPr/>
              <p:nvPr/>
            </p:nvPicPr>
            <p:blipFill>
              <a:blip r:embed="rId152"/>
              <a:stretch>
                <a:fillRect/>
              </a:stretch>
            </p:blipFill>
            <p:spPr>
              <a:xfrm>
                <a:off x="2627695" y="4469100"/>
                <a:ext cx="1402560" cy="21960"/>
              </a:xfrm>
              <a:prstGeom prst="rect">
                <a:avLst/>
              </a:prstGeom>
            </p:spPr>
          </p:pic>
        </mc:Fallback>
      </mc:AlternateContent>
      <p:grpSp>
        <p:nvGrpSpPr>
          <p:cNvPr id="180" name="Group 179">
            <a:extLst>
              <a:ext uri="{FF2B5EF4-FFF2-40B4-BE49-F238E27FC236}">
                <a16:creationId xmlns:a16="http://schemas.microsoft.com/office/drawing/2014/main" id="{F2315496-ED27-2F61-AA78-9F4F72A8963F}"/>
              </a:ext>
            </a:extLst>
          </p:cNvPr>
          <p:cNvGrpSpPr/>
          <p:nvPr/>
        </p:nvGrpSpPr>
        <p:grpSpPr>
          <a:xfrm>
            <a:off x="2478995" y="4147755"/>
            <a:ext cx="2857800" cy="653985"/>
            <a:chOff x="2478995" y="4147755"/>
            <a:chExt cx="2857800" cy="653985"/>
          </a:xfrm>
        </p:grpSpPr>
        <mc:AlternateContent xmlns:mc="http://schemas.openxmlformats.org/markup-compatibility/2006" xmlns:p14="http://schemas.microsoft.com/office/powerpoint/2010/main">
          <mc:Choice Requires="p14">
            <p:contentPart p14:bwMode="auto" r:id="rId153">
              <p14:nvContentPartPr>
                <p14:cNvPr id="162" name="Ink 161">
                  <a:extLst>
                    <a:ext uri="{FF2B5EF4-FFF2-40B4-BE49-F238E27FC236}">
                      <a16:creationId xmlns:a16="http://schemas.microsoft.com/office/drawing/2014/main" id="{8F4E393D-5683-515B-276F-49D0D42F4526}"/>
                    </a:ext>
                  </a:extLst>
                </p14:cNvPr>
                <p14:cNvContentPartPr/>
                <p14:nvPr/>
              </p14:nvContentPartPr>
              <p14:xfrm>
                <a:off x="2478995" y="4147755"/>
                <a:ext cx="1397880" cy="591840"/>
              </p14:xfrm>
            </p:contentPart>
          </mc:Choice>
          <mc:Fallback xmlns="">
            <p:pic>
              <p:nvPicPr>
                <p:cNvPr id="162" name="Ink 161">
                  <a:extLst>
                    <a:ext uri="{FF2B5EF4-FFF2-40B4-BE49-F238E27FC236}">
                      <a16:creationId xmlns:a16="http://schemas.microsoft.com/office/drawing/2014/main" id="{8F4E393D-5683-515B-276F-49D0D42F4526}"/>
                    </a:ext>
                  </a:extLst>
                </p:cNvPr>
                <p:cNvPicPr/>
                <p:nvPr/>
              </p:nvPicPr>
              <p:blipFill>
                <a:blip r:embed="rId154"/>
                <a:stretch>
                  <a:fillRect/>
                </a:stretch>
              </p:blipFill>
              <p:spPr>
                <a:xfrm>
                  <a:off x="2474675" y="4143435"/>
                  <a:ext cx="1406520" cy="6004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63" name="Ink 162">
                  <a:extLst>
                    <a:ext uri="{FF2B5EF4-FFF2-40B4-BE49-F238E27FC236}">
                      <a16:creationId xmlns:a16="http://schemas.microsoft.com/office/drawing/2014/main" id="{7B6EC8F1-890D-B703-37E8-18996FC10DDF}"/>
                    </a:ext>
                  </a:extLst>
                </p14:cNvPr>
                <p14:cNvContentPartPr/>
                <p14:nvPr/>
              </p14:nvContentPartPr>
              <p14:xfrm>
                <a:off x="3368195" y="4155315"/>
                <a:ext cx="1137240" cy="105840"/>
              </p14:xfrm>
            </p:contentPart>
          </mc:Choice>
          <mc:Fallback xmlns="">
            <p:pic>
              <p:nvPicPr>
                <p:cNvPr id="163" name="Ink 162">
                  <a:extLst>
                    <a:ext uri="{FF2B5EF4-FFF2-40B4-BE49-F238E27FC236}">
                      <a16:creationId xmlns:a16="http://schemas.microsoft.com/office/drawing/2014/main" id="{7B6EC8F1-890D-B703-37E8-18996FC10DDF}"/>
                    </a:ext>
                  </a:extLst>
                </p:cNvPr>
                <p:cNvPicPr/>
                <p:nvPr/>
              </p:nvPicPr>
              <p:blipFill>
                <a:blip r:embed="rId156"/>
                <a:stretch>
                  <a:fillRect/>
                </a:stretch>
              </p:blipFill>
              <p:spPr>
                <a:xfrm>
                  <a:off x="3363875" y="4150995"/>
                  <a:ext cx="11458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65" name="Ink 164">
                  <a:extLst>
                    <a:ext uri="{FF2B5EF4-FFF2-40B4-BE49-F238E27FC236}">
                      <a16:creationId xmlns:a16="http://schemas.microsoft.com/office/drawing/2014/main" id="{EB85F6A6-F38B-0DC0-7F5F-22D1CFF7F9C7}"/>
                    </a:ext>
                  </a:extLst>
                </p14:cNvPr>
                <p14:cNvContentPartPr/>
                <p14:nvPr/>
              </p14:nvContentPartPr>
              <p14:xfrm>
                <a:off x="4140035" y="4273395"/>
                <a:ext cx="270720" cy="7920"/>
              </p14:xfrm>
            </p:contentPart>
          </mc:Choice>
          <mc:Fallback xmlns="">
            <p:pic>
              <p:nvPicPr>
                <p:cNvPr id="165" name="Ink 164">
                  <a:extLst>
                    <a:ext uri="{FF2B5EF4-FFF2-40B4-BE49-F238E27FC236}">
                      <a16:creationId xmlns:a16="http://schemas.microsoft.com/office/drawing/2014/main" id="{EB85F6A6-F38B-0DC0-7F5F-22D1CFF7F9C7}"/>
                    </a:ext>
                  </a:extLst>
                </p:cNvPr>
                <p:cNvPicPr/>
                <p:nvPr/>
              </p:nvPicPr>
              <p:blipFill>
                <a:blip r:embed="rId158"/>
                <a:stretch>
                  <a:fillRect/>
                </a:stretch>
              </p:blipFill>
              <p:spPr>
                <a:xfrm>
                  <a:off x="4135715" y="4269075"/>
                  <a:ext cx="279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70" name="Ink 169">
                  <a:extLst>
                    <a:ext uri="{FF2B5EF4-FFF2-40B4-BE49-F238E27FC236}">
                      <a16:creationId xmlns:a16="http://schemas.microsoft.com/office/drawing/2014/main" id="{79C8CE7E-824E-4602-7C6D-C008CFFC7B28}"/>
                    </a:ext>
                  </a:extLst>
                </p14:cNvPr>
                <p14:cNvContentPartPr/>
                <p14:nvPr/>
              </p14:nvContentPartPr>
              <p14:xfrm>
                <a:off x="5038715" y="4276635"/>
                <a:ext cx="298080" cy="360"/>
              </p14:xfrm>
            </p:contentPart>
          </mc:Choice>
          <mc:Fallback xmlns="">
            <p:pic>
              <p:nvPicPr>
                <p:cNvPr id="170" name="Ink 169">
                  <a:extLst>
                    <a:ext uri="{FF2B5EF4-FFF2-40B4-BE49-F238E27FC236}">
                      <a16:creationId xmlns:a16="http://schemas.microsoft.com/office/drawing/2014/main" id="{79C8CE7E-824E-4602-7C6D-C008CFFC7B28}"/>
                    </a:ext>
                  </a:extLst>
                </p:cNvPr>
                <p:cNvPicPr/>
                <p:nvPr/>
              </p:nvPicPr>
              <p:blipFill>
                <a:blip r:embed="rId160"/>
                <a:stretch>
                  <a:fillRect/>
                </a:stretch>
              </p:blipFill>
              <p:spPr>
                <a:xfrm>
                  <a:off x="5034395" y="4272315"/>
                  <a:ext cx="3067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71" name="Ink 170">
                  <a:extLst>
                    <a:ext uri="{FF2B5EF4-FFF2-40B4-BE49-F238E27FC236}">
                      <a16:creationId xmlns:a16="http://schemas.microsoft.com/office/drawing/2014/main" id="{66416AE7-FED2-CF5E-F3B1-9F58E4912AD1}"/>
                    </a:ext>
                  </a:extLst>
                </p14:cNvPr>
                <p14:cNvContentPartPr/>
                <p14:nvPr/>
              </p14:nvContentPartPr>
              <p14:xfrm>
                <a:off x="4911635" y="4378155"/>
                <a:ext cx="261000" cy="360"/>
              </p14:xfrm>
            </p:contentPart>
          </mc:Choice>
          <mc:Fallback xmlns="">
            <p:pic>
              <p:nvPicPr>
                <p:cNvPr id="171" name="Ink 170">
                  <a:extLst>
                    <a:ext uri="{FF2B5EF4-FFF2-40B4-BE49-F238E27FC236}">
                      <a16:creationId xmlns:a16="http://schemas.microsoft.com/office/drawing/2014/main" id="{66416AE7-FED2-CF5E-F3B1-9F58E4912AD1}"/>
                    </a:ext>
                  </a:extLst>
                </p:cNvPr>
                <p:cNvPicPr/>
                <p:nvPr/>
              </p:nvPicPr>
              <p:blipFill>
                <a:blip r:embed="rId162"/>
                <a:stretch>
                  <a:fillRect/>
                </a:stretch>
              </p:blipFill>
              <p:spPr>
                <a:xfrm>
                  <a:off x="4907315" y="4373835"/>
                  <a:ext cx="2696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73" name="Ink 172">
                  <a:extLst>
                    <a:ext uri="{FF2B5EF4-FFF2-40B4-BE49-F238E27FC236}">
                      <a16:creationId xmlns:a16="http://schemas.microsoft.com/office/drawing/2014/main" id="{734B1E78-60BA-715C-E1AC-CE081001586B}"/>
                    </a:ext>
                  </a:extLst>
                </p14:cNvPr>
                <p14:cNvContentPartPr/>
                <p14:nvPr/>
              </p14:nvContentPartPr>
              <p14:xfrm>
                <a:off x="5102795" y="4270155"/>
                <a:ext cx="41040" cy="95040"/>
              </p14:xfrm>
            </p:contentPart>
          </mc:Choice>
          <mc:Fallback xmlns="">
            <p:pic>
              <p:nvPicPr>
                <p:cNvPr id="173" name="Ink 172">
                  <a:extLst>
                    <a:ext uri="{FF2B5EF4-FFF2-40B4-BE49-F238E27FC236}">
                      <a16:creationId xmlns:a16="http://schemas.microsoft.com/office/drawing/2014/main" id="{734B1E78-60BA-715C-E1AC-CE081001586B}"/>
                    </a:ext>
                  </a:extLst>
                </p:cNvPr>
                <p:cNvPicPr/>
                <p:nvPr/>
              </p:nvPicPr>
              <p:blipFill>
                <a:blip r:embed="rId164"/>
                <a:stretch>
                  <a:fillRect/>
                </a:stretch>
              </p:blipFill>
              <p:spPr>
                <a:xfrm>
                  <a:off x="5098475" y="4265835"/>
                  <a:ext cx="496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74" name="Ink 173">
                  <a:extLst>
                    <a:ext uri="{FF2B5EF4-FFF2-40B4-BE49-F238E27FC236}">
                      <a16:creationId xmlns:a16="http://schemas.microsoft.com/office/drawing/2014/main" id="{5E6A97F0-E197-FF9B-D136-632FC69FE43C}"/>
                    </a:ext>
                  </a:extLst>
                </p14:cNvPr>
                <p14:cNvContentPartPr/>
                <p14:nvPr/>
              </p14:nvContentPartPr>
              <p14:xfrm>
                <a:off x="5093795" y="4368795"/>
                <a:ext cx="18000" cy="257040"/>
              </p14:xfrm>
            </p:contentPart>
          </mc:Choice>
          <mc:Fallback xmlns="">
            <p:pic>
              <p:nvPicPr>
                <p:cNvPr id="174" name="Ink 173">
                  <a:extLst>
                    <a:ext uri="{FF2B5EF4-FFF2-40B4-BE49-F238E27FC236}">
                      <a16:creationId xmlns:a16="http://schemas.microsoft.com/office/drawing/2014/main" id="{5E6A97F0-E197-FF9B-D136-632FC69FE43C}"/>
                    </a:ext>
                  </a:extLst>
                </p:cNvPr>
                <p:cNvPicPr/>
                <p:nvPr/>
              </p:nvPicPr>
              <p:blipFill>
                <a:blip r:embed="rId166"/>
                <a:stretch>
                  <a:fillRect/>
                </a:stretch>
              </p:blipFill>
              <p:spPr>
                <a:xfrm>
                  <a:off x="5089475" y="4364475"/>
                  <a:ext cx="266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79" name="Ink 178">
                  <a:extLst>
                    <a:ext uri="{FF2B5EF4-FFF2-40B4-BE49-F238E27FC236}">
                      <a16:creationId xmlns:a16="http://schemas.microsoft.com/office/drawing/2014/main" id="{95E3A288-D1FC-3E3E-44D0-28F9DC47FC76}"/>
                    </a:ext>
                  </a:extLst>
                </p14:cNvPr>
                <p14:cNvContentPartPr/>
                <p14:nvPr/>
              </p14:nvContentPartPr>
              <p14:xfrm>
                <a:off x="3993895" y="4482780"/>
                <a:ext cx="1186200" cy="318960"/>
              </p14:xfrm>
            </p:contentPart>
          </mc:Choice>
          <mc:Fallback xmlns="">
            <p:pic>
              <p:nvPicPr>
                <p:cNvPr id="179" name="Ink 178">
                  <a:extLst>
                    <a:ext uri="{FF2B5EF4-FFF2-40B4-BE49-F238E27FC236}">
                      <a16:creationId xmlns:a16="http://schemas.microsoft.com/office/drawing/2014/main" id="{95E3A288-D1FC-3E3E-44D0-28F9DC47FC76}"/>
                    </a:ext>
                  </a:extLst>
                </p:cNvPr>
                <p:cNvPicPr/>
                <p:nvPr/>
              </p:nvPicPr>
              <p:blipFill>
                <a:blip r:embed="rId168"/>
                <a:stretch>
                  <a:fillRect/>
                </a:stretch>
              </p:blipFill>
              <p:spPr>
                <a:xfrm>
                  <a:off x="3989575" y="4478460"/>
                  <a:ext cx="1194840" cy="327600"/>
                </a:xfrm>
                <a:prstGeom prst="rect">
                  <a:avLst/>
                </a:prstGeom>
              </p:spPr>
            </p:pic>
          </mc:Fallback>
        </mc:AlternateContent>
      </p:grpSp>
      <p:sp>
        <p:nvSpPr>
          <p:cNvPr id="181" name="TextBox 180">
            <a:extLst>
              <a:ext uri="{FF2B5EF4-FFF2-40B4-BE49-F238E27FC236}">
                <a16:creationId xmlns:a16="http://schemas.microsoft.com/office/drawing/2014/main" id="{463FC052-6B03-9EC7-3162-913FEE3606DE}"/>
              </a:ext>
            </a:extLst>
          </p:cNvPr>
          <p:cNvSpPr txBox="1"/>
          <p:nvPr/>
        </p:nvSpPr>
        <p:spPr>
          <a:xfrm>
            <a:off x="6741704" y="4972749"/>
            <a:ext cx="1139082" cy="738664"/>
          </a:xfrm>
          <a:prstGeom prst="rect">
            <a:avLst/>
          </a:prstGeom>
          <a:noFill/>
        </p:spPr>
        <p:txBody>
          <a:bodyPr wrap="square" rtlCol="0">
            <a:spAutoFit/>
          </a:bodyPr>
          <a:lstStyle/>
          <a:p>
            <a:r>
              <a:rPr lang="en-US" sz="700" dirty="0">
                <a:solidFill>
                  <a:srgbClr val="FF0000"/>
                </a:solidFill>
              </a:rPr>
              <a:t>We do not consider this in the model (i.e., do not deal with it in the modeling section). You can put this in the motivation above.</a:t>
            </a:r>
            <a:endParaRPr lang="en-US" sz="700" b="1" dirty="0">
              <a:solidFill>
                <a:srgbClr val="FF0000"/>
              </a:solidFill>
            </a:endParaRPr>
          </a:p>
        </p:txBody>
      </p:sp>
      <mc:AlternateContent xmlns:mc="http://schemas.openxmlformats.org/markup-compatibility/2006" xmlns:p14="http://schemas.microsoft.com/office/powerpoint/2010/main">
        <mc:Choice Requires="p14">
          <p:contentPart p14:bwMode="auto" r:id="rId169">
            <p14:nvContentPartPr>
              <p14:cNvPr id="182" name="Ink 181">
                <a:extLst>
                  <a:ext uri="{FF2B5EF4-FFF2-40B4-BE49-F238E27FC236}">
                    <a16:creationId xmlns:a16="http://schemas.microsoft.com/office/drawing/2014/main" id="{803667F2-70D6-81D6-D51C-24ED08604AAD}"/>
                  </a:ext>
                </a:extLst>
              </p14:cNvPr>
              <p14:cNvContentPartPr/>
              <p14:nvPr/>
            </p14:nvContentPartPr>
            <p14:xfrm>
              <a:off x="5187655" y="4797265"/>
              <a:ext cx="1559880" cy="177480"/>
            </p14:xfrm>
          </p:contentPart>
        </mc:Choice>
        <mc:Fallback xmlns="">
          <p:pic>
            <p:nvPicPr>
              <p:cNvPr id="182" name="Ink 181">
                <a:extLst>
                  <a:ext uri="{FF2B5EF4-FFF2-40B4-BE49-F238E27FC236}">
                    <a16:creationId xmlns:a16="http://schemas.microsoft.com/office/drawing/2014/main" id="{803667F2-70D6-81D6-D51C-24ED08604AAD}"/>
                  </a:ext>
                </a:extLst>
              </p:cNvPr>
              <p:cNvPicPr/>
              <p:nvPr/>
            </p:nvPicPr>
            <p:blipFill>
              <a:blip r:embed="rId170"/>
              <a:stretch>
                <a:fillRect/>
              </a:stretch>
            </p:blipFill>
            <p:spPr>
              <a:xfrm>
                <a:off x="5183335" y="4792945"/>
                <a:ext cx="15685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84" name="Ink 183">
                <a:extLst>
                  <a:ext uri="{FF2B5EF4-FFF2-40B4-BE49-F238E27FC236}">
                    <a16:creationId xmlns:a16="http://schemas.microsoft.com/office/drawing/2014/main" id="{E687C657-E361-0615-BC71-44069AE321D1}"/>
                  </a:ext>
                </a:extLst>
              </p14:cNvPr>
              <p14:cNvContentPartPr/>
              <p14:nvPr/>
            </p14:nvContentPartPr>
            <p14:xfrm>
              <a:off x="4876735" y="4473385"/>
              <a:ext cx="1324440" cy="720"/>
            </p14:xfrm>
          </p:contentPart>
        </mc:Choice>
        <mc:Fallback xmlns="">
          <p:pic>
            <p:nvPicPr>
              <p:cNvPr id="184" name="Ink 183">
                <a:extLst>
                  <a:ext uri="{FF2B5EF4-FFF2-40B4-BE49-F238E27FC236}">
                    <a16:creationId xmlns:a16="http://schemas.microsoft.com/office/drawing/2014/main" id="{E687C657-E361-0615-BC71-44069AE321D1}"/>
                  </a:ext>
                </a:extLst>
              </p:cNvPr>
              <p:cNvPicPr/>
              <p:nvPr/>
            </p:nvPicPr>
            <p:blipFill>
              <a:blip r:embed="rId172"/>
              <a:stretch>
                <a:fillRect/>
              </a:stretch>
            </p:blipFill>
            <p:spPr>
              <a:xfrm>
                <a:off x="4872055" y="4464025"/>
                <a:ext cx="1333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85" name="Ink 184">
                <a:extLst>
                  <a:ext uri="{FF2B5EF4-FFF2-40B4-BE49-F238E27FC236}">
                    <a16:creationId xmlns:a16="http://schemas.microsoft.com/office/drawing/2014/main" id="{4206AB13-358D-0D7F-7165-699962A43D42}"/>
                  </a:ext>
                </a:extLst>
              </p14:cNvPr>
              <p14:cNvContentPartPr/>
              <p14:nvPr/>
            </p14:nvContentPartPr>
            <p14:xfrm>
              <a:off x="5924335" y="4479625"/>
              <a:ext cx="2143800" cy="822600"/>
            </p14:xfrm>
          </p:contentPart>
        </mc:Choice>
        <mc:Fallback xmlns="">
          <p:pic>
            <p:nvPicPr>
              <p:cNvPr id="185" name="Ink 184">
                <a:extLst>
                  <a:ext uri="{FF2B5EF4-FFF2-40B4-BE49-F238E27FC236}">
                    <a16:creationId xmlns:a16="http://schemas.microsoft.com/office/drawing/2014/main" id="{4206AB13-358D-0D7F-7165-699962A43D42}"/>
                  </a:ext>
                </a:extLst>
              </p:cNvPr>
              <p:cNvPicPr/>
              <p:nvPr/>
            </p:nvPicPr>
            <p:blipFill>
              <a:blip r:embed="rId174"/>
              <a:stretch>
                <a:fillRect/>
              </a:stretch>
            </p:blipFill>
            <p:spPr>
              <a:xfrm>
                <a:off x="5920015" y="4475305"/>
                <a:ext cx="2152440" cy="831240"/>
              </a:xfrm>
              <a:prstGeom prst="rect">
                <a:avLst/>
              </a:prstGeom>
            </p:spPr>
          </p:pic>
        </mc:Fallback>
      </mc:AlternateContent>
      <p:sp>
        <p:nvSpPr>
          <p:cNvPr id="186" name="TextBox 185">
            <a:extLst>
              <a:ext uri="{FF2B5EF4-FFF2-40B4-BE49-F238E27FC236}">
                <a16:creationId xmlns:a16="http://schemas.microsoft.com/office/drawing/2014/main" id="{9B79B7A0-FF5B-1CB6-B20F-D58A4CD912C7}"/>
              </a:ext>
            </a:extLst>
          </p:cNvPr>
          <p:cNvSpPr txBox="1"/>
          <p:nvPr/>
        </p:nvSpPr>
        <p:spPr>
          <a:xfrm>
            <a:off x="7712724" y="5342081"/>
            <a:ext cx="1139082" cy="523220"/>
          </a:xfrm>
          <a:prstGeom prst="rect">
            <a:avLst/>
          </a:prstGeom>
          <a:noFill/>
        </p:spPr>
        <p:txBody>
          <a:bodyPr wrap="square" rtlCol="0">
            <a:spAutoFit/>
          </a:bodyPr>
          <a:lstStyle/>
          <a:p>
            <a:r>
              <a:rPr lang="en-US" sz="700" dirty="0">
                <a:solidFill>
                  <a:srgbClr val="FF0000"/>
                </a:solidFill>
              </a:rPr>
              <a:t>We model the decision maker’s preferences through the minimization of expected costs</a:t>
            </a:r>
            <a:endParaRPr lang="en-US" sz="700" b="1" dirty="0">
              <a:solidFill>
                <a:srgbClr val="FF0000"/>
              </a:solidFill>
            </a:endParaRPr>
          </a:p>
        </p:txBody>
      </p:sp>
      <mc:AlternateContent xmlns:mc="http://schemas.openxmlformats.org/markup-compatibility/2006" xmlns:p14="http://schemas.microsoft.com/office/powerpoint/2010/main">
        <mc:Choice Requires="p14">
          <p:contentPart p14:bwMode="auto" r:id="rId175">
            <p14:nvContentPartPr>
              <p14:cNvPr id="188" name="Ink 187">
                <a:extLst>
                  <a:ext uri="{FF2B5EF4-FFF2-40B4-BE49-F238E27FC236}">
                    <a16:creationId xmlns:a16="http://schemas.microsoft.com/office/drawing/2014/main" id="{75718D70-2335-BF7F-BDF3-300F0EA7964D}"/>
                  </a:ext>
                </a:extLst>
              </p14:cNvPr>
              <p14:cNvContentPartPr/>
              <p14:nvPr/>
            </p14:nvContentPartPr>
            <p14:xfrm>
              <a:off x="6762430" y="4736810"/>
              <a:ext cx="965880" cy="19440"/>
            </p14:xfrm>
          </p:contentPart>
        </mc:Choice>
        <mc:Fallback xmlns="">
          <p:pic>
            <p:nvPicPr>
              <p:cNvPr id="188" name="Ink 187">
                <a:extLst>
                  <a:ext uri="{FF2B5EF4-FFF2-40B4-BE49-F238E27FC236}">
                    <a16:creationId xmlns:a16="http://schemas.microsoft.com/office/drawing/2014/main" id="{75718D70-2335-BF7F-BDF3-300F0EA7964D}"/>
                  </a:ext>
                </a:extLst>
              </p:cNvPr>
              <p:cNvPicPr/>
              <p:nvPr/>
            </p:nvPicPr>
            <p:blipFill>
              <a:blip r:embed="rId176"/>
              <a:stretch>
                <a:fillRect/>
              </a:stretch>
            </p:blipFill>
            <p:spPr>
              <a:xfrm>
                <a:off x="6757750" y="4732130"/>
                <a:ext cx="9745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92" name="Ink 191">
                <a:extLst>
                  <a:ext uri="{FF2B5EF4-FFF2-40B4-BE49-F238E27FC236}">
                    <a16:creationId xmlns:a16="http://schemas.microsoft.com/office/drawing/2014/main" id="{D87FACA5-6F05-A0F8-155C-B997D2DCB10D}"/>
                  </a:ext>
                </a:extLst>
              </p14:cNvPr>
              <p14:cNvContentPartPr/>
              <p14:nvPr/>
            </p14:nvContentPartPr>
            <p14:xfrm>
              <a:off x="6280030" y="4476530"/>
              <a:ext cx="298800" cy="360"/>
            </p14:xfrm>
          </p:contentPart>
        </mc:Choice>
        <mc:Fallback xmlns="">
          <p:pic>
            <p:nvPicPr>
              <p:cNvPr id="192" name="Ink 191">
                <a:extLst>
                  <a:ext uri="{FF2B5EF4-FFF2-40B4-BE49-F238E27FC236}">
                    <a16:creationId xmlns:a16="http://schemas.microsoft.com/office/drawing/2014/main" id="{D87FACA5-6F05-A0F8-155C-B997D2DCB10D}"/>
                  </a:ext>
                </a:extLst>
              </p:cNvPr>
              <p:cNvPicPr/>
              <p:nvPr/>
            </p:nvPicPr>
            <p:blipFill>
              <a:blip r:embed="rId178"/>
              <a:stretch>
                <a:fillRect/>
              </a:stretch>
            </p:blipFill>
            <p:spPr>
              <a:xfrm>
                <a:off x="6275350" y="4471850"/>
                <a:ext cx="3074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94" name="Ink 193">
                <a:extLst>
                  <a:ext uri="{FF2B5EF4-FFF2-40B4-BE49-F238E27FC236}">
                    <a16:creationId xmlns:a16="http://schemas.microsoft.com/office/drawing/2014/main" id="{80F69A27-6028-0357-5E80-5119B6A1186C}"/>
                  </a:ext>
                </a:extLst>
              </p14:cNvPr>
              <p14:cNvContentPartPr/>
              <p14:nvPr/>
            </p14:nvContentPartPr>
            <p14:xfrm>
              <a:off x="2647630" y="4578050"/>
              <a:ext cx="1594440" cy="360"/>
            </p14:xfrm>
          </p:contentPart>
        </mc:Choice>
        <mc:Fallback xmlns="">
          <p:pic>
            <p:nvPicPr>
              <p:cNvPr id="194" name="Ink 193">
                <a:extLst>
                  <a:ext uri="{FF2B5EF4-FFF2-40B4-BE49-F238E27FC236}">
                    <a16:creationId xmlns:a16="http://schemas.microsoft.com/office/drawing/2014/main" id="{80F69A27-6028-0357-5E80-5119B6A1186C}"/>
                  </a:ext>
                </a:extLst>
              </p:cNvPr>
              <p:cNvPicPr/>
              <p:nvPr/>
            </p:nvPicPr>
            <p:blipFill>
              <a:blip r:embed="rId180"/>
              <a:stretch>
                <a:fillRect/>
              </a:stretch>
            </p:blipFill>
            <p:spPr>
              <a:xfrm>
                <a:off x="2642950" y="4573370"/>
                <a:ext cx="16030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95" name="Ink 194">
                <a:extLst>
                  <a:ext uri="{FF2B5EF4-FFF2-40B4-BE49-F238E27FC236}">
                    <a16:creationId xmlns:a16="http://schemas.microsoft.com/office/drawing/2014/main" id="{250DF354-271F-ACAA-BD94-BE46A07A328A}"/>
                  </a:ext>
                </a:extLst>
              </p14:cNvPr>
              <p14:cNvContentPartPr/>
              <p14:nvPr/>
            </p14:nvContentPartPr>
            <p14:xfrm>
              <a:off x="2183230" y="4578050"/>
              <a:ext cx="585360" cy="1759320"/>
            </p14:xfrm>
          </p:contentPart>
        </mc:Choice>
        <mc:Fallback xmlns="">
          <p:pic>
            <p:nvPicPr>
              <p:cNvPr id="195" name="Ink 194">
                <a:extLst>
                  <a:ext uri="{FF2B5EF4-FFF2-40B4-BE49-F238E27FC236}">
                    <a16:creationId xmlns:a16="http://schemas.microsoft.com/office/drawing/2014/main" id="{250DF354-271F-ACAA-BD94-BE46A07A328A}"/>
                  </a:ext>
                </a:extLst>
              </p:cNvPr>
              <p:cNvPicPr/>
              <p:nvPr/>
            </p:nvPicPr>
            <p:blipFill>
              <a:blip r:embed="rId182"/>
              <a:stretch>
                <a:fillRect/>
              </a:stretch>
            </p:blipFill>
            <p:spPr>
              <a:xfrm>
                <a:off x="2178910" y="4573730"/>
                <a:ext cx="594000" cy="1767960"/>
              </a:xfrm>
              <a:prstGeom prst="rect">
                <a:avLst/>
              </a:prstGeom>
            </p:spPr>
          </p:pic>
        </mc:Fallback>
      </mc:AlternateContent>
      <p:sp>
        <p:nvSpPr>
          <p:cNvPr id="196" name="TextBox 195">
            <a:extLst>
              <a:ext uri="{FF2B5EF4-FFF2-40B4-BE49-F238E27FC236}">
                <a16:creationId xmlns:a16="http://schemas.microsoft.com/office/drawing/2014/main" id="{AA2F8B1F-316E-975F-63A9-E4BDF1C00D4F}"/>
              </a:ext>
            </a:extLst>
          </p:cNvPr>
          <p:cNvSpPr txBox="1"/>
          <p:nvPr/>
        </p:nvSpPr>
        <p:spPr>
          <a:xfrm>
            <a:off x="2440959" y="6255873"/>
            <a:ext cx="1592856" cy="630942"/>
          </a:xfrm>
          <a:prstGeom prst="rect">
            <a:avLst/>
          </a:prstGeom>
          <a:noFill/>
        </p:spPr>
        <p:txBody>
          <a:bodyPr wrap="square" rtlCol="0">
            <a:spAutoFit/>
          </a:bodyPr>
          <a:lstStyle/>
          <a:p>
            <a:r>
              <a:rPr lang="en-US" sz="700" dirty="0">
                <a:solidFill>
                  <a:srgbClr val="FF0000"/>
                </a:solidFill>
              </a:rPr>
              <a:t>It is good to keep this in mind, but in the modeling section one typically considers only stuff that actually affects the model. Extra stuff can be added in the discussion section.</a:t>
            </a:r>
            <a:endParaRPr lang="en-US" sz="700" b="1" dirty="0">
              <a:solidFill>
                <a:srgbClr val="FF0000"/>
              </a:solidFill>
            </a:endParaRPr>
          </a:p>
        </p:txBody>
      </p:sp>
      <mc:AlternateContent xmlns:mc="http://schemas.openxmlformats.org/markup-compatibility/2006" xmlns:p14="http://schemas.microsoft.com/office/powerpoint/2010/main">
        <mc:Choice Requires="p14">
          <p:contentPart p14:bwMode="auto" r:id="rId183">
            <p14:nvContentPartPr>
              <p14:cNvPr id="197" name="Ink 196">
                <a:extLst>
                  <a:ext uri="{FF2B5EF4-FFF2-40B4-BE49-F238E27FC236}">
                    <a16:creationId xmlns:a16="http://schemas.microsoft.com/office/drawing/2014/main" id="{20FBE4A0-5835-AB35-B03E-8687A15591E4}"/>
                  </a:ext>
                </a:extLst>
              </p14:cNvPr>
              <p14:cNvContentPartPr/>
              <p14:nvPr/>
            </p14:nvContentPartPr>
            <p14:xfrm>
              <a:off x="4406590" y="4844810"/>
              <a:ext cx="101160" cy="7200"/>
            </p14:xfrm>
          </p:contentPart>
        </mc:Choice>
        <mc:Fallback xmlns="">
          <p:pic>
            <p:nvPicPr>
              <p:cNvPr id="197" name="Ink 196">
                <a:extLst>
                  <a:ext uri="{FF2B5EF4-FFF2-40B4-BE49-F238E27FC236}">
                    <a16:creationId xmlns:a16="http://schemas.microsoft.com/office/drawing/2014/main" id="{20FBE4A0-5835-AB35-B03E-8687A15591E4}"/>
                  </a:ext>
                </a:extLst>
              </p:cNvPr>
              <p:cNvPicPr/>
              <p:nvPr/>
            </p:nvPicPr>
            <p:blipFill>
              <a:blip r:embed="rId184"/>
              <a:stretch>
                <a:fillRect/>
              </a:stretch>
            </p:blipFill>
            <p:spPr>
              <a:xfrm>
                <a:off x="4402270" y="4840490"/>
                <a:ext cx="109800" cy="15840"/>
              </a:xfrm>
              <a:prstGeom prst="rect">
                <a:avLst/>
              </a:prstGeom>
            </p:spPr>
          </p:pic>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E126A88D-C819-2E4F-F068-A318746ECCFC}"/>
                  </a:ext>
                </a:extLst>
              </p:cNvPr>
              <p:cNvSpPr txBox="1"/>
              <p:nvPr/>
            </p:nvSpPr>
            <p:spPr>
              <a:xfrm>
                <a:off x="4466586" y="4765372"/>
                <a:ext cx="376648" cy="215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800" b="0" i="1" smtClean="0">
                          <a:solidFill>
                            <a:srgbClr val="FF0000"/>
                          </a:solidFill>
                          <a:latin typeface="Cambria Math" panose="02040503050406030204" pitchFamily="18" charset="0"/>
                        </a:rPr>
                        <m:t>𝔼</m:t>
                      </m:r>
                    </m:oMath>
                  </m:oMathPara>
                </a14:m>
                <a:endParaRPr lang="en-US" dirty="0"/>
              </a:p>
            </p:txBody>
          </p:sp>
        </mc:Choice>
        <mc:Fallback xmlns="">
          <p:sp>
            <p:nvSpPr>
              <p:cNvPr id="204" name="TextBox 203">
                <a:extLst>
                  <a:ext uri="{FF2B5EF4-FFF2-40B4-BE49-F238E27FC236}">
                    <a16:creationId xmlns:a16="http://schemas.microsoft.com/office/drawing/2014/main" id="{E126A88D-C819-2E4F-F068-A318746ECCFC}"/>
                  </a:ext>
                </a:extLst>
              </p:cNvPr>
              <p:cNvSpPr txBox="1">
                <a:spLocks noRot="1" noChangeAspect="1" noMove="1" noResize="1" noEditPoints="1" noAdjustHandles="1" noChangeArrowheads="1" noChangeShapeType="1" noTextEdit="1"/>
              </p:cNvSpPr>
              <p:nvPr/>
            </p:nvSpPr>
            <p:spPr>
              <a:xfrm>
                <a:off x="4466586" y="4765372"/>
                <a:ext cx="376648" cy="215444"/>
              </a:xfrm>
              <a:prstGeom prst="rect">
                <a:avLst/>
              </a:prstGeom>
              <a:blipFill>
                <a:blip r:embed="rId185"/>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86">
            <p14:nvContentPartPr>
              <p14:cNvPr id="206" name="Ink 205">
                <a:extLst>
                  <a:ext uri="{FF2B5EF4-FFF2-40B4-BE49-F238E27FC236}">
                    <a16:creationId xmlns:a16="http://schemas.microsoft.com/office/drawing/2014/main" id="{248FB62C-54B1-5D6B-536E-38EFB0B06CE3}"/>
                  </a:ext>
                </a:extLst>
              </p14:cNvPr>
              <p14:cNvContentPartPr/>
              <p14:nvPr/>
            </p14:nvContentPartPr>
            <p14:xfrm>
              <a:off x="4476338" y="4871786"/>
              <a:ext cx="147960" cy="22320"/>
            </p14:xfrm>
          </p:contentPart>
        </mc:Choice>
        <mc:Fallback xmlns="">
          <p:pic>
            <p:nvPicPr>
              <p:cNvPr id="206" name="Ink 205">
                <a:extLst>
                  <a:ext uri="{FF2B5EF4-FFF2-40B4-BE49-F238E27FC236}">
                    <a16:creationId xmlns:a16="http://schemas.microsoft.com/office/drawing/2014/main" id="{248FB62C-54B1-5D6B-536E-38EFB0B06CE3}"/>
                  </a:ext>
                </a:extLst>
              </p:cNvPr>
              <p:cNvPicPr/>
              <p:nvPr/>
            </p:nvPicPr>
            <p:blipFill>
              <a:blip r:embed="rId187"/>
              <a:stretch>
                <a:fillRect/>
              </a:stretch>
            </p:blipFill>
            <p:spPr>
              <a:xfrm>
                <a:off x="4472018" y="4867466"/>
                <a:ext cx="1566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07" name="Ink 206">
                <a:extLst>
                  <a:ext uri="{FF2B5EF4-FFF2-40B4-BE49-F238E27FC236}">
                    <a16:creationId xmlns:a16="http://schemas.microsoft.com/office/drawing/2014/main" id="{C2A1539B-4D84-EFE8-2286-C621943AE1D6}"/>
                  </a:ext>
                </a:extLst>
              </p14:cNvPr>
              <p14:cNvContentPartPr/>
              <p14:nvPr/>
            </p14:nvContentPartPr>
            <p14:xfrm>
              <a:off x="4085963" y="5119388"/>
              <a:ext cx="262080" cy="10080"/>
            </p14:xfrm>
          </p:contentPart>
        </mc:Choice>
        <mc:Fallback xmlns="">
          <p:pic>
            <p:nvPicPr>
              <p:cNvPr id="207" name="Ink 206">
                <a:extLst>
                  <a:ext uri="{FF2B5EF4-FFF2-40B4-BE49-F238E27FC236}">
                    <a16:creationId xmlns:a16="http://schemas.microsoft.com/office/drawing/2014/main" id="{C2A1539B-4D84-EFE8-2286-C621943AE1D6}"/>
                  </a:ext>
                </a:extLst>
              </p:cNvPr>
              <p:cNvPicPr/>
              <p:nvPr/>
            </p:nvPicPr>
            <p:blipFill>
              <a:blip r:embed="rId189"/>
              <a:stretch>
                <a:fillRect/>
              </a:stretch>
            </p:blipFill>
            <p:spPr>
              <a:xfrm>
                <a:off x="4081643" y="5115068"/>
                <a:ext cx="2707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08" name="Ink 207">
                <a:extLst>
                  <a:ext uri="{FF2B5EF4-FFF2-40B4-BE49-F238E27FC236}">
                    <a16:creationId xmlns:a16="http://schemas.microsoft.com/office/drawing/2014/main" id="{66C36B93-69B0-C49D-A8E7-73D30D1D0FF2}"/>
                  </a:ext>
                </a:extLst>
              </p14:cNvPr>
              <p14:cNvContentPartPr/>
              <p14:nvPr/>
            </p14:nvContentPartPr>
            <p14:xfrm>
              <a:off x="5119523" y="5399108"/>
              <a:ext cx="242640" cy="11160"/>
            </p14:xfrm>
          </p:contentPart>
        </mc:Choice>
        <mc:Fallback xmlns="">
          <p:pic>
            <p:nvPicPr>
              <p:cNvPr id="208" name="Ink 207">
                <a:extLst>
                  <a:ext uri="{FF2B5EF4-FFF2-40B4-BE49-F238E27FC236}">
                    <a16:creationId xmlns:a16="http://schemas.microsoft.com/office/drawing/2014/main" id="{66C36B93-69B0-C49D-A8E7-73D30D1D0FF2}"/>
                  </a:ext>
                </a:extLst>
              </p:cNvPr>
              <p:cNvPicPr/>
              <p:nvPr/>
            </p:nvPicPr>
            <p:blipFill>
              <a:blip r:embed="rId191"/>
              <a:stretch>
                <a:fillRect/>
              </a:stretch>
            </p:blipFill>
            <p:spPr>
              <a:xfrm>
                <a:off x="5115203" y="5394788"/>
                <a:ext cx="2512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09" name="Ink 208">
                <a:extLst>
                  <a:ext uri="{FF2B5EF4-FFF2-40B4-BE49-F238E27FC236}">
                    <a16:creationId xmlns:a16="http://schemas.microsoft.com/office/drawing/2014/main" id="{B5CEDA1B-A252-A8B9-A5D5-38D9D1EE3E79}"/>
                  </a:ext>
                </a:extLst>
              </p14:cNvPr>
              <p14:cNvContentPartPr/>
              <p14:nvPr/>
            </p14:nvContentPartPr>
            <p14:xfrm>
              <a:off x="4295483" y="3262148"/>
              <a:ext cx="15120" cy="75960"/>
            </p14:xfrm>
          </p:contentPart>
        </mc:Choice>
        <mc:Fallback xmlns="">
          <p:pic>
            <p:nvPicPr>
              <p:cNvPr id="209" name="Ink 208">
                <a:extLst>
                  <a:ext uri="{FF2B5EF4-FFF2-40B4-BE49-F238E27FC236}">
                    <a16:creationId xmlns:a16="http://schemas.microsoft.com/office/drawing/2014/main" id="{B5CEDA1B-A252-A8B9-A5D5-38D9D1EE3E79}"/>
                  </a:ext>
                </a:extLst>
              </p:cNvPr>
              <p:cNvPicPr/>
              <p:nvPr/>
            </p:nvPicPr>
            <p:blipFill>
              <a:blip r:embed="rId193"/>
              <a:stretch>
                <a:fillRect/>
              </a:stretch>
            </p:blipFill>
            <p:spPr>
              <a:xfrm>
                <a:off x="4291163" y="3257828"/>
                <a:ext cx="237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210" name="Ink 209">
                <a:extLst>
                  <a:ext uri="{FF2B5EF4-FFF2-40B4-BE49-F238E27FC236}">
                    <a16:creationId xmlns:a16="http://schemas.microsoft.com/office/drawing/2014/main" id="{52B98945-9FFA-ABBE-7CE8-0F23A298C5BA}"/>
                  </a:ext>
                </a:extLst>
              </p14:cNvPr>
              <p14:cNvContentPartPr/>
              <p14:nvPr/>
            </p14:nvContentPartPr>
            <p14:xfrm>
              <a:off x="2427803" y="4962068"/>
              <a:ext cx="2010600" cy="1027800"/>
            </p14:xfrm>
          </p:contentPart>
        </mc:Choice>
        <mc:Fallback xmlns="">
          <p:pic>
            <p:nvPicPr>
              <p:cNvPr id="210" name="Ink 209">
                <a:extLst>
                  <a:ext uri="{FF2B5EF4-FFF2-40B4-BE49-F238E27FC236}">
                    <a16:creationId xmlns:a16="http://schemas.microsoft.com/office/drawing/2014/main" id="{52B98945-9FFA-ABBE-7CE8-0F23A298C5BA}"/>
                  </a:ext>
                </a:extLst>
              </p:cNvPr>
              <p:cNvPicPr/>
              <p:nvPr/>
            </p:nvPicPr>
            <p:blipFill>
              <a:blip r:embed="rId195"/>
              <a:stretch>
                <a:fillRect/>
              </a:stretch>
            </p:blipFill>
            <p:spPr>
              <a:xfrm>
                <a:off x="2423483" y="4957748"/>
                <a:ext cx="2019240" cy="1036440"/>
              </a:xfrm>
              <a:prstGeom prst="rect">
                <a:avLst/>
              </a:prstGeom>
            </p:spPr>
          </p:pic>
        </mc:Fallback>
      </mc:AlternateContent>
      <mc:AlternateContent xmlns:mc="http://schemas.openxmlformats.org/markup-compatibility/2006" xmlns:a14="http://schemas.microsoft.com/office/drawing/2010/main">
        <mc:Choice Requires="a14">
          <p:sp>
            <p:nvSpPr>
              <p:cNvPr id="211" name="TextBox 210">
                <a:extLst>
                  <a:ext uri="{FF2B5EF4-FFF2-40B4-BE49-F238E27FC236}">
                    <a16:creationId xmlns:a16="http://schemas.microsoft.com/office/drawing/2014/main" id="{892589A4-F03A-E45C-8507-D2F429F0EEFB}"/>
                  </a:ext>
                </a:extLst>
              </p:cNvPr>
              <p:cNvSpPr txBox="1"/>
              <p:nvPr/>
            </p:nvSpPr>
            <p:spPr>
              <a:xfrm>
                <a:off x="4387869" y="5807845"/>
                <a:ext cx="2103432" cy="630942"/>
              </a:xfrm>
              <a:prstGeom prst="rect">
                <a:avLst/>
              </a:prstGeom>
              <a:noFill/>
            </p:spPr>
            <p:txBody>
              <a:bodyPr wrap="square" rtlCol="0">
                <a:spAutoFit/>
              </a:bodyPr>
              <a:lstStyle/>
              <a:p>
                <a:r>
                  <a:rPr lang="en-US" sz="700" dirty="0">
                    <a:solidFill>
                      <a:srgbClr val="FF0000"/>
                    </a:solidFill>
                  </a:rPr>
                  <a:t>In this setting, the model can be used to illustrate the impacts of demand and estimate uncertainty. We approach this by considering uncertainty scenarios … none, low, med, high … </a:t>
                </a:r>
                <a14:m>
                  <m:oMath xmlns:m="http://schemas.openxmlformats.org/officeDocument/2006/math">
                    <m:r>
                      <a:rPr lang="en-US" sz="700" i="1">
                        <a:solidFill>
                          <a:srgbClr val="FF0000"/>
                        </a:solidFill>
                        <a:latin typeface="Cambria Math" panose="02040503050406030204" pitchFamily="18" charset="0"/>
                      </a:rPr>
                      <m:t>𝛼</m:t>
                    </m:r>
                    <m:r>
                      <a:rPr lang="en-US" sz="700" i="1">
                        <a:solidFill>
                          <a:srgbClr val="FF0000"/>
                        </a:solidFill>
                        <a:latin typeface="Cambria Math" panose="02040503050406030204" pitchFamily="18" charset="0"/>
                      </a:rPr>
                      <m:t>∈{0,…, ??}</m:t>
                    </m:r>
                  </m:oMath>
                </a14:m>
                <a:r>
                  <a:rPr lang="en-US" sz="700" dirty="0">
                    <a:solidFill>
                      <a:srgbClr val="FF0000"/>
                    </a:solidFill>
                  </a:rPr>
                  <a:t> … </a:t>
                </a:r>
                <a14:m>
                  <m:oMath xmlns:m="http://schemas.openxmlformats.org/officeDocument/2006/math">
                    <m:r>
                      <a:rPr lang="en-US" sz="700" b="0" i="1" smtClean="0">
                        <a:solidFill>
                          <a:srgbClr val="FF0000"/>
                        </a:solidFill>
                        <a:latin typeface="Cambria Math" panose="02040503050406030204" pitchFamily="18" charset="0"/>
                      </a:rPr>
                      <m:t>𝛽</m:t>
                    </m:r>
                    <m:r>
                      <a:rPr lang="en-US" sz="700" i="1">
                        <a:solidFill>
                          <a:srgbClr val="FF0000"/>
                        </a:solidFill>
                        <a:latin typeface="Cambria Math" panose="02040503050406030204" pitchFamily="18" charset="0"/>
                      </a:rPr>
                      <m:t>∈{0,…, ??}</m:t>
                    </m:r>
                  </m:oMath>
                </a14:m>
                <a:r>
                  <a:rPr lang="en-US" sz="700" dirty="0">
                    <a:solidFill>
                      <a:srgbClr val="FF0000"/>
                    </a:solidFill>
                  </a:rPr>
                  <a:t> … simulation… iterations…</a:t>
                </a:r>
              </a:p>
            </p:txBody>
          </p:sp>
        </mc:Choice>
        <mc:Fallback xmlns="">
          <p:sp>
            <p:nvSpPr>
              <p:cNvPr id="211" name="TextBox 210">
                <a:extLst>
                  <a:ext uri="{FF2B5EF4-FFF2-40B4-BE49-F238E27FC236}">
                    <a16:creationId xmlns:a16="http://schemas.microsoft.com/office/drawing/2014/main" id="{892589A4-F03A-E45C-8507-D2F429F0EEFB}"/>
                  </a:ext>
                </a:extLst>
              </p:cNvPr>
              <p:cNvSpPr txBox="1">
                <a:spLocks noRot="1" noChangeAspect="1" noMove="1" noResize="1" noEditPoints="1" noAdjustHandles="1" noChangeArrowheads="1" noChangeShapeType="1" noTextEdit="1"/>
              </p:cNvSpPr>
              <p:nvPr/>
            </p:nvSpPr>
            <p:spPr>
              <a:xfrm>
                <a:off x="4387869" y="5807845"/>
                <a:ext cx="2103432" cy="630942"/>
              </a:xfrm>
              <a:prstGeom prst="rect">
                <a:avLst/>
              </a:prstGeom>
              <a:blipFill>
                <a:blip r:embed="rId196"/>
                <a:stretch>
                  <a:fillRect b="-1942"/>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97">
            <p14:nvContentPartPr>
              <p14:cNvPr id="213" name="Ink 212">
                <a:extLst>
                  <a:ext uri="{FF2B5EF4-FFF2-40B4-BE49-F238E27FC236}">
                    <a16:creationId xmlns:a16="http://schemas.microsoft.com/office/drawing/2014/main" id="{FC09F9DC-7D6E-99D9-E1F7-229C4C116D8E}"/>
                  </a:ext>
                </a:extLst>
              </p14:cNvPr>
              <p14:cNvContentPartPr/>
              <p14:nvPr/>
            </p14:nvContentPartPr>
            <p14:xfrm>
              <a:off x="3924143" y="4971788"/>
              <a:ext cx="529200" cy="10080"/>
            </p14:xfrm>
          </p:contentPart>
        </mc:Choice>
        <mc:Fallback xmlns="">
          <p:pic>
            <p:nvPicPr>
              <p:cNvPr id="213" name="Ink 212">
                <a:extLst>
                  <a:ext uri="{FF2B5EF4-FFF2-40B4-BE49-F238E27FC236}">
                    <a16:creationId xmlns:a16="http://schemas.microsoft.com/office/drawing/2014/main" id="{FC09F9DC-7D6E-99D9-E1F7-229C4C116D8E}"/>
                  </a:ext>
                </a:extLst>
              </p:cNvPr>
              <p:cNvPicPr/>
              <p:nvPr/>
            </p:nvPicPr>
            <p:blipFill>
              <a:blip r:embed="rId198"/>
              <a:stretch>
                <a:fillRect/>
              </a:stretch>
            </p:blipFill>
            <p:spPr>
              <a:xfrm>
                <a:off x="3919463" y="4967108"/>
                <a:ext cx="5378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14" name="Ink 213">
                <a:extLst>
                  <a:ext uri="{FF2B5EF4-FFF2-40B4-BE49-F238E27FC236}">
                    <a16:creationId xmlns:a16="http://schemas.microsoft.com/office/drawing/2014/main" id="{80CEE96D-8F20-32BE-86E9-BD85050DD783}"/>
                  </a:ext>
                </a:extLst>
              </p14:cNvPr>
              <p14:cNvContentPartPr/>
              <p14:nvPr/>
            </p14:nvContentPartPr>
            <p14:xfrm>
              <a:off x="4443263" y="4970888"/>
              <a:ext cx="2142720" cy="25200"/>
            </p14:xfrm>
          </p:contentPart>
        </mc:Choice>
        <mc:Fallback xmlns="">
          <p:pic>
            <p:nvPicPr>
              <p:cNvPr id="214" name="Ink 213">
                <a:extLst>
                  <a:ext uri="{FF2B5EF4-FFF2-40B4-BE49-F238E27FC236}">
                    <a16:creationId xmlns:a16="http://schemas.microsoft.com/office/drawing/2014/main" id="{80CEE96D-8F20-32BE-86E9-BD85050DD783}"/>
                  </a:ext>
                </a:extLst>
              </p:cNvPr>
              <p:cNvPicPr/>
              <p:nvPr/>
            </p:nvPicPr>
            <p:blipFill>
              <a:blip r:embed="rId200"/>
              <a:stretch>
                <a:fillRect/>
              </a:stretch>
            </p:blipFill>
            <p:spPr>
              <a:xfrm>
                <a:off x="4438943" y="4966568"/>
                <a:ext cx="21513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16" name="Ink 215">
                <a:extLst>
                  <a:ext uri="{FF2B5EF4-FFF2-40B4-BE49-F238E27FC236}">
                    <a16:creationId xmlns:a16="http://schemas.microsoft.com/office/drawing/2014/main" id="{32F6C2C1-D993-518E-E792-36942E168C0C}"/>
                  </a:ext>
                </a:extLst>
              </p14:cNvPr>
              <p14:cNvContentPartPr/>
              <p14:nvPr/>
            </p14:nvContentPartPr>
            <p14:xfrm>
              <a:off x="2543183" y="5076728"/>
              <a:ext cx="1438560" cy="720"/>
            </p14:xfrm>
          </p:contentPart>
        </mc:Choice>
        <mc:Fallback xmlns="">
          <p:pic>
            <p:nvPicPr>
              <p:cNvPr id="216" name="Ink 215">
                <a:extLst>
                  <a:ext uri="{FF2B5EF4-FFF2-40B4-BE49-F238E27FC236}">
                    <a16:creationId xmlns:a16="http://schemas.microsoft.com/office/drawing/2014/main" id="{32F6C2C1-D993-518E-E792-36942E168C0C}"/>
                  </a:ext>
                </a:extLst>
              </p:cNvPr>
              <p:cNvPicPr/>
              <p:nvPr/>
            </p:nvPicPr>
            <p:blipFill>
              <a:blip r:embed="rId202"/>
              <a:stretch>
                <a:fillRect/>
              </a:stretch>
            </p:blipFill>
            <p:spPr>
              <a:xfrm>
                <a:off x="2538503" y="5067368"/>
                <a:ext cx="1447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217" name="Ink 216">
                <a:extLst>
                  <a:ext uri="{FF2B5EF4-FFF2-40B4-BE49-F238E27FC236}">
                    <a16:creationId xmlns:a16="http://schemas.microsoft.com/office/drawing/2014/main" id="{A5D5BD39-9D3A-7B92-8903-FD5340FB3E53}"/>
                  </a:ext>
                </a:extLst>
              </p14:cNvPr>
              <p14:cNvContentPartPr/>
              <p14:nvPr/>
            </p14:nvContentPartPr>
            <p14:xfrm>
              <a:off x="6515063" y="4981328"/>
              <a:ext cx="176760" cy="981720"/>
            </p14:xfrm>
          </p:contentPart>
        </mc:Choice>
        <mc:Fallback xmlns="">
          <p:pic>
            <p:nvPicPr>
              <p:cNvPr id="217" name="Ink 216">
                <a:extLst>
                  <a:ext uri="{FF2B5EF4-FFF2-40B4-BE49-F238E27FC236}">
                    <a16:creationId xmlns:a16="http://schemas.microsoft.com/office/drawing/2014/main" id="{A5D5BD39-9D3A-7B92-8903-FD5340FB3E53}"/>
                  </a:ext>
                </a:extLst>
              </p:cNvPr>
              <p:cNvPicPr/>
              <p:nvPr/>
            </p:nvPicPr>
            <p:blipFill>
              <a:blip r:embed="rId204"/>
              <a:stretch>
                <a:fillRect/>
              </a:stretch>
            </p:blipFill>
            <p:spPr>
              <a:xfrm>
                <a:off x="6510743" y="4977008"/>
                <a:ext cx="185400" cy="990360"/>
              </a:xfrm>
              <a:prstGeom prst="rect">
                <a:avLst/>
              </a:prstGeom>
            </p:spPr>
          </p:pic>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918E0B36-F67C-56B9-91A5-61E41BF4BB42}"/>
                  </a:ext>
                </a:extLst>
              </p:cNvPr>
              <p:cNvSpPr txBox="1"/>
              <p:nvPr/>
            </p:nvSpPr>
            <p:spPr>
              <a:xfrm>
                <a:off x="6697966" y="5877413"/>
                <a:ext cx="1982260" cy="957121"/>
              </a:xfrm>
              <a:prstGeom prst="rect">
                <a:avLst/>
              </a:prstGeom>
              <a:noFill/>
            </p:spPr>
            <p:txBody>
              <a:bodyPr wrap="square" rtlCol="0">
                <a:spAutoFit/>
              </a:bodyPr>
              <a:lstStyle/>
              <a:p>
                <a:r>
                  <a:rPr lang="en-US" sz="700" dirty="0">
                    <a:solidFill>
                      <a:srgbClr val="FF0000"/>
                    </a:solidFill>
                  </a:rPr>
                  <a:t>In this model, the capacity decisions are based on the estimates. However, real world performance should be measured against the true demand. (note: write this better) </a:t>
                </a:r>
              </a:p>
              <a:p>
                <a:endParaRPr lang="en-US" sz="700" dirty="0">
                  <a:solidFill>
                    <a:srgbClr val="FF0000"/>
                  </a:solidFill>
                </a:endParaRPr>
              </a:p>
              <a:p>
                <a:r>
                  <a:rPr lang="en-US" sz="700" dirty="0">
                    <a:solidFill>
                      <a:srgbClr val="FF0000"/>
                    </a:solidFill>
                  </a:rPr>
                  <a:t>Thus, we modify the formula of estimated shortfall costs to be based directly on the demand </a:t>
                </a:r>
                <a14:m>
                  <m:oMath xmlns:m="http://schemas.openxmlformats.org/officeDocument/2006/math">
                    <m:sSup>
                      <m:sSupPr>
                        <m:ctrlPr>
                          <a:rPr lang="en-US" sz="700" b="0" i="1" smtClean="0">
                            <a:solidFill>
                              <a:srgbClr val="FF0000"/>
                            </a:solidFill>
                            <a:latin typeface="Cambria Math" panose="02040503050406030204" pitchFamily="18" charset="0"/>
                          </a:rPr>
                        </m:ctrlPr>
                      </m:sSupPr>
                      <m:e>
                        <m:r>
                          <a:rPr lang="en-US" sz="700" b="0" i="1" smtClean="0">
                            <a:solidFill>
                              <a:srgbClr val="FF0000"/>
                            </a:solidFill>
                            <a:latin typeface="Cambria Math" panose="02040503050406030204" pitchFamily="18" charset="0"/>
                          </a:rPr>
                          <m:t>𝐶</m:t>
                        </m:r>
                      </m:e>
                      <m:sup>
                        <m:r>
                          <a:rPr lang="en-US" sz="700" b="0" i="1" smtClean="0">
                            <a:solidFill>
                              <a:srgbClr val="FF0000"/>
                            </a:solidFill>
                            <a:latin typeface="Cambria Math" panose="02040503050406030204" pitchFamily="18" charset="0"/>
                          </a:rPr>
                          <m:t>𝑑𝑠𝑓</m:t>
                        </m:r>
                      </m:sup>
                    </m:sSup>
                    <m:r>
                      <a:rPr lang="en-US" sz="700" b="0" i="1" smtClean="0">
                        <a:solidFill>
                          <a:srgbClr val="FF0000"/>
                        </a:solidFill>
                        <a:latin typeface="Cambria Math" panose="02040503050406030204" pitchFamily="18" charset="0"/>
                      </a:rPr>
                      <m:t>=…</m:t>
                    </m:r>
                  </m:oMath>
                </a14:m>
                <a:r>
                  <a:rPr lang="en-US" sz="700" b="1" dirty="0">
                    <a:solidFill>
                      <a:srgbClr val="FF0000"/>
                    </a:solidFill>
                  </a:rPr>
                  <a:t> </a:t>
                </a:r>
                <a:r>
                  <a:rPr lang="en-US" sz="700" dirty="0">
                    <a:solidFill>
                      <a:srgbClr val="FF0000"/>
                    </a:solidFill>
                  </a:rPr>
                  <a:t>(note: write this better)</a:t>
                </a:r>
                <a:endParaRPr lang="en-US" sz="700" b="1" dirty="0">
                  <a:solidFill>
                    <a:srgbClr val="FF0000"/>
                  </a:solidFill>
                </a:endParaRPr>
              </a:p>
            </p:txBody>
          </p:sp>
        </mc:Choice>
        <mc:Fallback xmlns="">
          <p:sp>
            <p:nvSpPr>
              <p:cNvPr id="218" name="TextBox 217">
                <a:extLst>
                  <a:ext uri="{FF2B5EF4-FFF2-40B4-BE49-F238E27FC236}">
                    <a16:creationId xmlns:a16="http://schemas.microsoft.com/office/drawing/2014/main" id="{918E0B36-F67C-56B9-91A5-61E41BF4BB42}"/>
                  </a:ext>
                </a:extLst>
              </p:cNvPr>
              <p:cNvSpPr txBox="1">
                <a:spLocks noRot="1" noChangeAspect="1" noMove="1" noResize="1" noEditPoints="1" noAdjustHandles="1" noChangeArrowheads="1" noChangeShapeType="1" noTextEdit="1"/>
              </p:cNvSpPr>
              <p:nvPr/>
            </p:nvSpPr>
            <p:spPr>
              <a:xfrm>
                <a:off x="6697966" y="5877413"/>
                <a:ext cx="1982260" cy="957121"/>
              </a:xfrm>
              <a:prstGeom prst="rect">
                <a:avLst/>
              </a:prstGeom>
              <a:blipFill>
                <a:blip r:embed="rId205"/>
                <a:stretch>
                  <a:fillRect b="-637"/>
                </a:stretch>
              </a:blipFill>
            </p:spPr>
            <p:txBody>
              <a:bodyPr/>
              <a:lstStyle/>
              <a:p>
                <a:r>
                  <a:rPr lang="en-US">
                    <a:noFill/>
                  </a:rPr>
                  <a:t> </a:t>
                </a:r>
              </a:p>
            </p:txBody>
          </p:sp>
        </mc:Fallback>
      </mc:AlternateContent>
      <p:sp>
        <p:nvSpPr>
          <p:cNvPr id="219" name="TextBox 218">
            <a:extLst>
              <a:ext uri="{FF2B5EF4-FFF2-40B4-BE49-F238E27FC236}">
                <a16:creationId xmlns:a16="http://schemas.microsoft.com/office/drawing/2014/main" id="{44D4992E-BD8C-5274-BE1E-9BBADADB626B}"/>
              </a:ext>
            </a:extLst>
          </p:cNvPr>
          <p:cNvSpPr txBox="1"/>
          <p:nvPr/>
        </p:nvSpPr>
        <p:spPr>
          <a:xfrm>
            <a:off x="3685913" y="3485879"/>
            <a:ext cx="1139082" cy="200055"/>
          </a:xfrm>
          <a:prstGeom prst="rect">
            <a:avLst/>
          </a:prstGeom>
          <a:noFill/>
        </p:spPr>
        <p:txBody>
          <a:bodyPr wrap="square" rtlCol="0">
            <a:spAutoFit/>
          </a:bodyPr>
          <a:lstStyle/>
          <a:p>
            <a:r>
              <a:rPr lang="en-US" sz="700" dirty="0">
                <a:solidFill>
                  <a:srgbClr val="FF0000"/>
                </a:solidFill>
              </a:rPr>
              <a:t>estimated</a:t>
            </a:r>
            <a:endParaRPr lang="en-US" sz="700" b="1" dirty="0">
              <a:solidFill>
                <a:srgbClr val="FF0000"/>
              </a:solidFill>
            </a:endParaRPr>
          </a:p>
        </p:txBody>
      </p:sp>
      <mc:AlternateContent xmlns:mc="http://schemas.openxmlformats.org/markup-compatibility/2006" xmlns:p14="http://schemas.microsoft.com/office/powerpoint/2010/main">
        <mc:Choice Requires="p14">
          <p:contentPart p14:bwMode="auto" r:id="rId206">
            <p14:nvContentPartPr>
              <p14:cNvPr id="220" name="Ink 219">
                <a:extLst>
                  <a:ext uri="{FF2B5EF4-FFF2-40B4-BE49-F238E27FC236}">
                    <a16:creationId xmlns:a16="http://schemas.microsoft.com/office/drawing/2014/main" id="{40A66964-9494-E7A7-E6C0-24F800B035FA}"/>
                  </a:ext>
                </a:extLst>
              </p14:cNvPr>
              <p14:cNvContentPartPr/>
              <p14:nvPr/>
            </p14:nvContentPartPr>
            <p14:xfrm>
              <a:off x="4165515" y="3536525"/>
              <a:ext cx="47160" cy="61200"/>
            </p14:xfrm>
          </p:contentPart>
        </mc:Choice>
        <mc:Fallback xmlns="">
          <p:pic>
            <p:nvPicPr>
              <p:cNvPr id="220" name="Ink 219">
                <a:extLst>
                  <a:ext uri="{FF2B5EF4-FFF2-40B4-BE49-F238E27FC236}">
                    <a16:creationId xmlns:a16="http://schemas.microsoft.com/office/drawing/2014/main" id="{40A66964-9494-E7A7-E6C0-24F800B035FA}"/>
                  </a:ext>
                </a:extLst>
              </p:cNvPr>
              <p:cNvPicPr/>
              <p:nvPr/>
            </p:nvPicPr>
            <p:blipFill>
              <a:blip r:embed="rId207"/>
              <a:stretch>
                <a:fillRect/>
              </a:stretch>
            </p:blipFill>
            <p:spPr>
              <a:xfrm>
                <a:off x="4161195" y="3532205"/>
                <a:ext cx="5580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23" name="Ink 222">
                <a:extLst>
                  <a:ext uri="{FF2B5EF4-FFF2-40B4-BE49-F238E27FC236}">
                    <a16:creationId xmlns:a16="http://schemas.microsoft.com/office/drawing/2014/main" id="{E17B3025-0E2A-CF0D-D910-B0767DD63992}"/>
                  </a:ext>
                </a:extLst>
              </p14:cNvPr>
              <p14:cNvContentPartPr/>
              <p14:nvPr/>
            </p14:nvContentPartPr>
            <p14:xfrm>
              <a:off x="3971625" y="5081408"/>
              <a:ext cx="748080" cy="10080"/>
            </p14:xfrm>
          </p:contentPart>
        </mc:Choice>
        <mc:Fallback xmlns="">
          <p:pic>
            <p:nvPicPr>
              <p:cNvPr id="223" name="Ink 222">
                <a:extLst>
                  <a:ext uri="{FF2B5EF4-FFF2-40B4-BE49-F238E27FC236}">
                    <a16:creationId xmlns:a16="http://schemas.microsoft.com/office/drawing/2014/main" id="{E17B3025-0E2A-CF0D-D910-B0767DD63992}"/>
                  </a:ext>
                </a:extLst>
              </p:cNvPr>
              <p:cNvPicPr/>
              <p:nvPr/>
            </p:nvPicPr>
            <p:blipFill>
              <a:blip r:embed="rId209"/>
              <a:stretch>
                <a:fillRect/>
              </a:stretch>
            </p:blipFill>
            <p:spPr>
              <a:xfrm>
                <a:off x="3966945" y="5076728"/>
                <a:ext cx="7567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25" name="Ink 224">
                <a:extLst>
                  <a:ext uri="{FF2B5EF4-FFF2-40B4-BE49-F238E27FC236}">
                    <a16:creationId xmlns:a16="http://schemas.microsoft.com/office/drawing/2014/main" id="{F2C7F057-0330-FE6B-0567-ADAAA64C7F6C}"/>
                  </a:ext>
                </a:extLst>
              </p14:cNvPr>
              <p14:cNvContentPartPr/>
              <p14:nvPr/>
            </p14:nvContentPartPr>
            <p14:xfrm>
              <a:off x="6196065" y="5072048"/>
              <a:ext cx="390600" cy="9720"/>
            </p14:xfrm>
          </p:contentPart>
        </mc:Choice>
        <mc:Fallback xmlns="">
          <p:pic>
            <p:nvPicPr>
              <p:cNvPr id="225" name="Ink 224">
                <a:extLst>
                  <a:ext uri="{FF2B5EF4-FFF2-40B4-BE49-F238E27FC236}">
                    <a16:creationId xmlns:a16="http://schemas.microsoft.com/office/drawing/2014/main" id="{F2C7F057-0330-FE6B-0567-ADAAA64C7F6C}"/>
                  </a:ext>
                </a:extLst>
              </p:cNvPr>
              <p:cNvPicPr/>
              <p:nvPr/>
            </p:nvPicPr>
            <p:blipFill>
              <a:blip r:embed="rId211"/>
              <a:stretch>
                <a:fillRect/>
              </a:stretch>
            </p:blipFill>
            <p:spPr>
              <a:xfrm>
                <a:off x="6191385" y="5067368"/>
                <a:ext cx="3992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227" name="Ink 226">
                <a:extLst>
                  <a:ext uri="{FF2B5EF4-FFF2-40B4-BE49-F238E27FC236}">
                    <a16:creationId xmlns:a16="http://schemas.microsoft.com/office/drawing/2014/main" id="{590D8F35-BF12-D6E0-1AB6-699B40BFCD13}"/>
                  </a:ext>
                </a:extLst>
              </p14:cNvPr>
              <p14:cNvContentPartPr/>
              <p14:nvPr/>
            </p14:nvContentPartPr>
            <p14:xfrm>
              <a:off x="2547825" y="5176808"/>
              <a:ext cx="3634200" cy="5040"/>
            </p14:xfrm>
          </p:contentPart>
        </mc:Choice>
        <mc:Fallback xmlns="">
          <p:pic>
            <p:nvPicPr>
              <p:cNvPr id="227" name="Ink 226">
                <a:extLst>
                  <a:ext uri="{FF2B5EF4-FFF2-40B4-BE49-F238E27FC236}">
                    <a16:creationId xmlns:a16="http://schemas.microsoft.com/office/drawing/2014/main" id="{590D8F35-BF12-D6E0-1AB6-699B40BFCD13}"/>
                  </a:ext>
                </a:extLst>
              </p:cNvPr>
              <p:cNvPicPr/>
              <p:nvPr/>
            </p:nvPicPr>
            <p:blipFill>
              <a:blip r:embed="rId213"/>
              <a:stretch>
                <a:fillRect/>
              </a:stretch>
            </p:blipFill>
            <p:spPr>
              <a:xfrm>
                <a:off x="2543145" y="5172128"/>
                <a:ext cx="364284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31" name="Ink 230">
                <a:extLst>
                  <a:ext uri="{FF2B5EF4-FFF2-40B4-BE49-F238E27FC236}">
                    <a16:creationId xmlns:a16="http://schemas.microsoft.com/office/drawing/2014/main" id="{C79D86F9-1B58-0427-7EAB-F9E2F89C598F}"/>
                  </a:ext>
                </a:extLst>
              </p14:cNvPr>
              <p14:cNvContentPartPr/>
              <p14:nvPr/>
            </p14:nvContentPartPr>
            <p14:xfrm>
              <a:off x="6138825" y="5181488"/>
              <a:ext cx="599040" cy="1373760"/>
            </p14:xfrm>
          </p:contentPart>
        </mc:Choice>
        <mc:Fallback xmlns="">
          <p:pic>
            <p:nvPicPr>
              <p:cNvPr id="231" name="Ink 230">
                <a:extLst>
                  <a:ext uri="{FF2B5EF4-FFF2-40B4-BE49-F238E27FC236}">
                    <a16:creationId xmlns:a16="http://schemas.microsoft.com/office/drawing/2014/main" id="{C79D86F9-1B58-0427-7EAB-F9E2F89C598F}"/>
                  </a:ext>
                </a:extLst>
              </p:cNvPr>
              <p:cNvPicPr/>
              <p:nvPr/>
            </p:nvPicPr>
            <p:blipFill>
              <a:blip r:embed="rId215"/>
              <a:stretch>
                <a:fillRect/>
              </a:stretch>
            </p:blipFill>
            <p:spPr>
              <a:xfrm>
                <a:off x="6134505" y="5177168"/>
                <a:ext cx="607680" cy="1382400"/>
              </a:xfrm>
              <a:prstGeom prst="rect">
                <a:avLst/>
              </a:prstGeom>
            </p:spPr>
          </p:pic>
        </mc:Fallback>
      </mc:AlternateContent>
      <p:sp>
        <p:nvSpPr>
          <p:cNvPr id="232" name="TextBox 231">
            <a:extLst>
              <a:ext uri="{FF2B5EF4-FFF2-40B4-BE49-F238E27FC236}">
                <a16:creationId xmlns:a16="http://schemas.microsoft.com/office/drawing/2014/main" id="{BC089213-D7CC-A32C-1B9E-6795B670A956}"/>
              </a:ext>
            </a:extLst>
          </p:cNvPr>
          <p:cNvSpPr txBox="1"/>
          <p:nvPr/>
        </p:nvSpPr>
        <p:spPr>
          <a:xfrm>
            <a:off x="4025960" y="6396195"/>
            <a:ext cx="2494143" cy="477054"/>
          </a:xfrm>
          <a:prstGeom prst="rect">
            <a:avLst/>
          </a:prstGeom>
          <a:noFill/>
        </p:spPr>
        <p:txBody>
          <a:bodyPr wrap="square" rtlCol="0">
            <a:spAutoFit/>
          </a:bodyPr>
          <a:lstStyle/>
          <a:p>
            <a:r>
              <a:rPr lang="en-US" sz="500" dirty="0">
                <a:solidFill>
                  <a:srgbClr val="FF0000"/>
                </a:solidFill>
              </a:rPr>
              <a:t>The results show that increasing uncertainty increases costs, even when the expected demand remains unchanged. This is because the shortfall costs are only incurred when the demand is not entirely met (i.e., the shortfall cost is asymmetric and is affected by the tail of the demand distribution). Thus, it could be warranted to account for these sources of uncertainty in real life resettlement capacity planning models. (write better)</a:t>
            </a:r>
            <a:endParaRPr lang="en-US" sz="500" b="1" dirty="0">
              <a:solidFill>
                <a:srgbClr val="FF0000"/>
              </a:solidFill>
            </a:endParaRPr>
          </a:p>
        </p:txBody>
      </p:sp>
      <mc:AlternateContent xmlns:mc="http://schemas.openxmlformats.org/markup-compatibility/2006" xmlns:p14="http://schemas.microsoft.com/office/powerpoint/2010/main">
        <mc:Choice Requires="p14">
          <p:contentPart p14:bwMode="auto" r:id="rId216">
            <p14:nvContentPartPr>
              <p14:cNvPr id="233" name="Ink 232">
                <a:extLst>
                  <a:ext uri="{FF2B5EF4-FFF2-40B4-BE49-F238E27FC236}">
                    <a16:creationId xmlns:a16="http://schemas.microsoft.com/office/drawing/2014/main" id="{F2D8759C-5F3D-530D-05F3-6FD371CAA01D}"/>
                  </a:ext>
                </a:extLst>
              </p14:cNvPr>
              <p14:cNvContentPartPr/>
              <p14:nvPr/>
            </p14:nvContentPartPr>
            <p14:xfrm>
              <a:off x="3352605" y="5234768"/>
              <a:ext cx="24840" cy="32400"/>
            </p14:xfrm>
          </p:contentPart>
        </mc:Choice>
        <mc:Fallback xmlns="">
          <p:pic>
            <p:nvPicPr>
              <p:cNvPr id="233" name="Ink 232">
                <a:extLst>
                  <a:ext uri="{FF2B5EF4-FFF2-40B4-BE49-F238E27FC236}">
                    <a16:creationId xmlns:a16="http://schemas.microsoft.com/office/drawing/2014/main" id="{F2D8759C-5F3D-530D-05F3-6FD371CAA01D}"/>
                  </a:ext>
                </a:extLst>
              </p:cNvPr>
              <p:cNvPicPr/>
              <p:nvPr/>
            </p:nvPicPr>
            <p:blipFill>
              <a:blip r:embed="rId217"/>
              <a:stretch>
                <a:fillRect/>
              </a:stretch>
            </p:blipFill>
            <p:spPr>
              <a:xfrm>
                <a:off x="3348285" y="5230448"/>
                <a:ext cx="334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34" name="Ink 233">
                <a:extLst>
                  <a:ext uri="{FF2B5EF4-FFF2-40B4-BE49-F238E27FC236}">
                    <a16:creationId xmlns:a16="http://schemas.microsoft.com/office/drawing/2014/main" id="{210EC3D1-3C65-14F5-4DAE-9AFD3F495C33}"/>
                  </a:ext>
                </a:extLst>
              </p14:cNvPr>
              <p14:cNvContentPartPr/>
              <p14:nvPr/>
            </p14:nvContentPartPr>
            <p14:xfrm>
              <a:off x="3362325" y="5248088"/>
              <a:ext cx="721440" cy="1236600"/>
            </p14:xfrm>
          </p:contentPart>
        </mc:Choice>
        <mc:Fallback xmlns="">
          <p:pic>
            <p:nvPicPr>
              <p:cNvPr id="234" name="Ink 233">
                <a:extLst>
                  <a:ext uri="{FF2B5EF4-FFF2-40B4-BE49-F238E27FC236}">
                    <a16:creationId xmlns:a16="http://schemas.microsoft.com/office/drawing/2014/main" id="{210EC3D1-3C65-14F5-4DAE-9AFD3F495C33}"/>
                  </a:ext>
                </a:extLst>
              </p:cNvPr>
              <p:cNvPicPr/>
              <p:nvPr/>
            </p:nvPicPr>
            <p:blipFill>
              <a:blip r:embed="rId219"/>
              <a:stretch>
                <a:fillRect/>
              </a:stretch>
            </p:blipFill>
            <p:spPr>
              <a:xfrm>
                <a:off x="3358005" y="5243768"/>
                <a:ext cx="730080" cy="1245240"/>
              </a:xfrm>
              <a:prstGeom prst="rect">
                <a:avLst/>
              </a:prstGeom>
            </p:spPr>
          </p:pic>
        </mc:Fallback>
      </mc:AlternateContent>
      <p:sp>
        <p:nvSpPr>
          <p:cNvPr id="241" name="TextBox 240">
            <a:extLst>
              <a:ext uri="{FF2B5EF4-FFF2-40B4-BE49-F238E27FC236}">
                <a16:creationId xmlns:a16="http://schemas.microsoft.com/office/drawing/2014/main" id="{C54978A1-EEA4-7216-5794-1D6CFCB23CB8}"/>
              </a:ext>
            </a:extLst>
          </p:cNvPr>
          <p:cNvSpPr txBox="1"/>
          <p:nvPr/>
        </p:nvSpPr>
        <p:spPr>
          <a:xfrm>
            <a:off x="2507169" y="2213019"/>
            <a:ext cx="1339740" cy="415498"/>
          </a:xfrm>
          <a:prstGeom prst="rect">
            <a:avLst/>
          </a:prstGeom>
          <a:noFill/>
        </p:spPr>
        <p:txBody>
          <a:bodyPr wrap="square" rtlCol="0">
            <a:spAutoFit/>
          </a:bodyPr>
          <a:lstStyle/>
          <a:p>
            <a:r>
              <a:rPr lang="en-US" sz="700" dirty="0">
                <a:solidFill>
                  <a:srgbClr val="FF0000"/>
                </a:solidFill>
              </a:rPr>
              <a:t>Is power of two needed for anything? If not, then consider removing?</a:t>
            </a:r>
          </a:p>
        </p:txBody>
      </p:sp>
      <mc:AlternateContent xmlns:mc="http://schemas.openxmlformats.org/markup-compatibility/2006" xmlns:p14="http://schemas.microsoft.com/office/powerpoint/2010/main">
        <mc:Choice Requires="p14">
          <p:contentPart p14:bwMode="auto" r:id="rId220">
            <p14:nvContentPartPr>
              <p14:cNvPr id="254" name="Ink 253">
                <a:extLst>
                  <a:ext uri="{FF2B5EF4-FFF2-40B4-BE49-F238E27FC236}">
                    <a16:creationId xmlns:a16="http://schemas.microsoft.com/office/drawing/2014/main" id="{461ADC10-A33E-D097-CE68-4523F07EEA13}"/>
                  </a:ext>
                </a:extLst>
              </p14:cNvPr>
              <p14:cNvContentPartPr/>
              <p14:nvPr/>
            </p14:nvContentPartPr>
            <p14:xfrm>
              <a:off x="3614543" y="2475908"/>
              <a:ext cx="1057680" cy="596160"/>
            </p14:xfrm>
          </p:contentPart>
        </mc:Choice>
        <mc:Fallback xmlns="">
          <p:pic>
            <p:nvPicPr>
              <p:cNvPr id="254" name="Ink 253">
                <a:extLst>
                  <a:ext uri="{FF2B5EF4-FFF2-40B4-BE49-F238E27FC236}">
                    <a16:creationId xmlns:a16="http://schemas.microsoft.com/office/drawing/2014/main" id="{461ADC10-A33E-D097-CE68-4523F07EEA13}"/>
                  </a:ext>
                </a:extLst>
              </p:cNvPr>
              <p:cNvPicPr/>
              <p:nvPr/>
            </p:nvPicPr>
            <p:blipFill>
              <a:blip r:embed="rId221"/>
              <a:stretch>
                <a:fillRect/>
              </a:stretch>
            </p:blipFill>
            <p:spPr>
              <a:xfrm>
                <a:off x="3610223" y="2471588"/>
                <a:ext cx="1066320" cy="604800"/>
              </a:xfrm>
              <a:prstGeom prst="rect">
                <a:avLst/>
              </a:prstGeom>
            </p:spPr>
          </p:pic>
        </mc:Fallback>
      </mc:AlternateContent>
      <p:grpSp>
        <p:nvGrpSpPr>
          <p:cNvPr id="257" name="Group 256">
            <a:extLst>
              <a:ext uri="{FF2B5EF4-FFF2-40B4-BE49-F238E27FC236}">
                <a16:creationId xmlns:a16="http://schemas.microsoft.com/office/drawing/2014/main" id="{352795E9-8312-D7D2-F02F-8458D234B4FF}"/>
              </a:ext>
            </a:extLst>
          </p:cNvPr>
          <p:cNvGrpSpPr/>
          <p:nvPr/>
        </p:nvGrpSpPr>
        <p:grpSpPr>
          <a:xfrm>
            <a:off x="3463703" y="2214548"/>
            <a:ext cx="1389240" cy="981720"/>
            <a:chOff x="3463703" y="2214548"/>
            <a:chExt cx="1389240" cy="981720"/>
          </a:xfrm>
        </p:grpSpPr>
        <mc:AlternateContent xmlns:mc="http://schemas.openxmlformats.org/markup-compatibility/2006" xmlns:p14="http://schemas.microsoft.com/office/powerpoint/2010/main">
          <mc:Choice Requires="p14">
            <p:contentPart p14:bwMode="auto" r:id="rId222">
              <p14:nvContentPartPr>
                <p14:cNvPr id="242" name="Ink 241">
                  <a:extLst>
                    <a:ext uri="{FF2B5EF4-FFF2-40B4-BE49-F238E27FC236}">
                      <a16:creationId xmlns:a16="http://schemas.microsoft.com/office/drawing/2014/main" id="{218D3636-DB2E-BF89-5C48-25B91EDFADAC}"/>
                    </a:ext>
                  </a:extLst>
                </p14:cNvPr>
                <p14:cNvContentPartPr/>
                <p14:nvPr/>
              </p14:nvContentPartPr>
              <p14:xfrm>
                <a:off x="4741703" y="2366108"/>
                <a:ext cx="111240" cy="136080"/>
              </p14:xfrm>
            </p:contentPart>
          </mc:Choice>
          <mc:Fallback xmlns="">
            <p:pic>
              <p:nvPicPr>
                <p:cNvPr id="242" name="Ink 241">
                  <a:extLst>
                    <a:ext uri="{FF2B5EF4-FFF2-40B4-BE49-F238E27FC236}">
                      <a16:creationId xmlns:a16="http://schemas.microsoft.com/office/drawing/2014/main" id="{218D3636-DB2E-BF89-5C48-25B91EDFADAC}"/>
                    </a:ext>
                  </a:extLst>
                </p:cNvPr>
                <p:cNvPicPr/>
                <p:nvPr/>
              </p:nvPicPr>
              <p:blipFill>
                <a:blip r:embed="rId223"/>
                <a:stretch>
                  <a:fillRect/>
                </a:stretch>
              </p:blipFill>
              <p:spPr>
                <a:xfrm>
                  <a:off x="4737383" y="2361788"/>
                  <a:ext cx="1198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243" name="Ink 242">
                  <a:extLst>
                    <a:ext uri="{FF2B5EF4-FFF2-40B4-BE49-F238E27FC236}">
                      <a16:creationId xmlns:a16="http://schemas.microsoft.com/office/drawing/2014/main" id="{D0C783C6-1150-EB78-68D5-DAB8B86C6814}"/>
                    </a:ext>
                  </a:extLst>
                </p14:cNvPr>
                <p14:cNvContentPartPr/>
                <p14:nvPr/>
              </p14:nvContentPartPr>
              <p14:xfrm>
                <a:off x="4602023" y="2317868"/>
                <a:ext cx="80280" cy="107640"/>
              </p14:xfrm>
            </p:contentPart>
          </mc:Choice>
          <mc:Fallback xmlns="">
            <p:pic>
              <p:nvPicPr>
                <p:cNvPr id="243" name="Ink 242">
                  <a:extLst>
                    <a:ext uri="{FF2B5EF4-FFF2-40B4-BE49-F238E27FC236}">
                      <a16:creationId xmlns:a16="http://schemas.microsoft.com/office/drawing/2014/main" id="{D0C783C6-1150-EB78-68D5-DAB8B86C6814}"/>
                    </a:ext>
                  </a:extLst>
                </p:cNvPr>
                <p:cNvPicPr/>
                <p:nvPr/>
              </p:nvPicPr>
              <p:blipFill>
                <a:blip r:embed="rId225"/>
                <a:stretch>
                  <a:fillRect/>
                </a:stretch>
              </p:blipFill>
              <p:spPr>
                <a:xfrm>
                  <a:off x="4597703" y="2313548"/>
                  <a:ext cx="8892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244" name="Ink 243">
                  <a:extLst>
                    <a:ext uri="{FF2B5EF4-FFF2-40B4-BE49-F238E27FC236}">
                      <a16:creationId xmlns:a16="http://schemas.microsoft.com/office/drawing/2014/main" id="{541E1529-1A9D-10A3-DE23-4923AF6EF2A7}"/>
                    </a:ext>
                  </a:extLst>
                </p14:cNvPr>
                <p14:cNvContentPartPr/>
                <p14:nvPr/>
              </p14:nvContentPartPr>
              <p14:xfrm>
                <a:off x="3728303" y="2294468"/>
                <a:ext cx="896040" cy="46800"/>
              </p14:xfrm>
            </p:contentPart>
          </mc:Choice>
          <mc:Fallback xmlns="">
            <p:pic>
              <p:nvPicPr>
                <p:cNvPr id="244" name="Ink 243">
                  <a:extLst>
                    <a:ext uri="{FF2B5EF4-FFF2-40B4-BE49-F238E27FC236}">
                      <a16:creationId xmlns:a16="http://schemas.microsoft.com/office/drawing/2014/main" id="{541E1529-1A9D-10A3-DE23-4923AF6EF2A7}"/>
                    </a:ext>
                  </a:extLst>
                </p:cNvPr>
                <p:cNvPicPr/>
                <p:nvPr/>
              </p:nvPicPr>
              <p:blipFill>
                <a:blip r:embed="rId227"/>
                <a:stretch>
                  <a:fillRect/>
                </a:stretch>
              </p:blipFill>
              <p:spPr>
                <a:xfrm>
                  <a:off x="3723983" y="2290148"/>
                  <a:ext cx="9046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245" name="Ink 244">
                  <a:extLst>
                    <a:ext uri="{FF2B5EF4-FFF2-40B4-BE49-F238E27FC236}">
                      <a16:creationId xmlns:a16="http://schemas.microsoft.com/office/drawing/2014/main" id="{ACD55786-486D-DF08-4070-C2BD4B8F59DC}"/>
                    </a:ext>
                  </a:extLst>
                </p14:cNvPr>
                <p14:cNvContentPartPr/>
                <p14:nvPr/>
              </p14:nvContentPartPr>
              <p14:xfrm>
                <a:off x="3789143" y="2214548"/>
                <a:ext cx="1063800" cy="176400"/>
              </p14:xfrm>
            </p:contentPart>
          </mc:Choice>
          <mc:Fallback xmlns="">
            <p:pic>
              <p:nvPicPr>
                <p:cNvPr id="245" name="Ink 244">
                  <a:extLst>
                    <a:ext uri="{FF2B5EF4-FFF2-40B4-BE49-F238E27FC236}">
                      <a16:creationId xmlns:a16="http://schemas.microsoft.com/office/drawing/2014/main" id="{ACD55786-486D-DF08-4070-C2BD4B8F59DC}"/>
                    </a:ext>
                  </a:extLst>
                </p:cNvPr>
                <p:cNvPicPr/>
                <p:nvPr/>
              </p:nvPicPr>
              <p:blipFill>
                <a:blip r:embed="rId229"/>
                <a:stretch>
                  <a:fillRect/>
                </a:stretch>
              </p:blipFill>
              <p:spPr>
                <a:xfrm>
                  <a:off x="3784823" y="2210228"/>
                  <a:ext cx="10724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251" name="Ink 250">
                  <a:extLst>
                    <a:ext uri="{FF2B5EF4-FFF2-40B4-BE49-F238E27FC236}">
                      <a16:creationId xmlns:a16="http://schemas.microsoft.com/office/drawing/2014/main" id="{70639252-C3AE-DB05-9052-F0A080415DF6}"/>
                    </a:ext>
                  </a:extLst>
                </p14:cNvPr>
                <p14:cNvContentPartPr/>
                <p14:nvPr/>
              </p14:nvContentPartPr>
              <p14:xfrm>
                <a:off x="4776263" y="3128588"/>
                <a:ext cx="58320" cy="67680"/>
              </p14:xfrm>
            </p:contentPart>
          </mc:Choice>
          <mc:Fallback xmlns="">
            <p:pic>
              <p:nvPicPr>
                <p:cNvPr id="251" name="Ink 250">
                  <a:extLst>
                    <a:ext uri="{FF2B5EF4-FFF2-40B4-BE49-F238E27FC236}">
                      <a16:creationId xmlns:a16="http://schemas.microsoft.com/office/drawing/2014/main" id="{70639252-C3AE-DB05-9052-F0A080415DF6}"/>
                    </a:ext>
                  </a:extLst>
                </p:cNvPr>
                <p:cNvPicPr/>
                <p:nvPr/>
              </p:nvPicPr>
              <p:blipFill>
                <a:blip r:embed="rId231"/>
                <a:stretch>
                  <a:fillRect/>
                </a:stretch>
              </p:blipFill>
              <p:spPr>
                <a:xfrm>
                  <a:off x="4771943" y="3124268"/>
                  <a:ext cx="669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252" name="Ink 251">
                  <a:extLst>
                    <a:ext uri="{FF2B5EF4-FFF2-40B4-BE49-F238E27FC236}">
                      <a16:creationId xmlns:a16="http://schemas.microsoft.com/office/drawing/2014/main" id="{BC9512D2-97A2-874C-E3E8-54963D1C33C9}"/>
                    </a:ext>
                  </a:extLst>
                </p14:cNvPr>
                <p14:cNvContentPartPr/>
                <p14:nvPr/>
              </p14:nvContentPartPr>
              <p14:xfrm>
                <a:off x="4637663" y="3076388"/>
                <a:ext cx="83520" cy="67680"/>
              </p14:xfrm>
            </p:contentPart>
          </mc:Choice>
          <mc:Fallback xmlns="">
            <p:pic>
              <p:nvPicPr>
                <p:cNvPr id="252" name="Ink 251">
                  <a:extLst>
                    <a:ext uri="{FF2B5EF4-FFF2-40B4-BE49-F238E27FC236}">
                      <a16:creationId xmlns:a16="http://schemas.microsoft.com/office/drawing/2014/main" id="{BC9512D2-97A2-874C-E3E8-54963D1C33C9}"/>
                    </a:ext>
                  </a:extLst>
                </p:cNvPr>
                <p:cNvPicPr/>
                <p:nvPr/>
              </p:nvPicPr>
              <p:blipFill>
                <a:blip r:embed="rId233"/>
                <a:stretch>
                  <a:fillRect/>
                </a:stretch>
              </p:blipFill>
              <p:spPr>
                <a:xfrm>
                  <a:off x="4633343" y="3072068"/>
                  <a:ext cx="921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256" name="Ink 255">
                  <a:extLst>
                    <a:ext uri="{FF2B5EF4-FFF2-40B4-BE49-F238E27FC236}">
                      <a16:creationId xmlns:a16="http://schemas.microsoft.com/office/drawing/2014/main" id="{C6B6F8D1-89D9-7439-5736-BDDDE308C401}"/>
                    </a:ext>
                  </a:extLst>
                </p14:cNvPr>
                <p14:cNvContentPartPr/>
                <p14:nvPr/>
              </p14:nvContentPartPr>
              <p14:xfrm>
                <a:off x="3463703" y="2466908"/>
                <a:ext cx="1337400" cy="681480"/>
              </p14:xfrm>
            </p:contentPart>
          </mc:Choice>
          <mc:Fallback xmlns="">
            <p:pic>
              <p:nvPicPr>
                <p:cNvPr id="256" name="Ink 255">
                  <a:extLst>
                    <a:ext uri="{FF2B5EF4-FFF2-40B4-BE49-F238E27FC236}">
                      <a16:creationId xmlns:a16="http://schemas.microsoft.com/office/drawing/2014/main" id="{C6B6F8D1-89D9-7439-5736-BDDDE308C401}"/>
                    </a:ext>
                  </a:extLst>
                </p:cNvPr>
                <p:cNvPicPr/>
                <p:nvPr/>
              </p:nvPicPr>
              <p:blipFill>
                <a:blip r:embed="rId235"/>
                <a:stretch>
                  <a:fillRect/>
                </a:stretch>
              </p:blipFill>
              <p:spPr>
                <a:xfrm>
                  <a:off x="3459383" y="2462588"/>
                  <a:ext cx="1346040" cy="690120"/>
                </a:xfrm>
                <a:prstGeom prst="rect">
                  <a:avLst/>
                </a:prstGeom>
              </p:spPr>
            </p:pic>
          </mc:Fallback>
        </mc:AlternateContent>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0482" y="0"/>
          <a:ext cx="7003518" cy="6877050"/>
          <a:chOff x="2140482" y="0"/>
          <a:chExt cx="7003518" cy="6877050"/>
        </a:xfrm>
      </p:grpSpPr>
      <p:pic>
        <p:nvPicPr>
          <p:cNvPr id="2" name="Slide"/>
          <p:cNvPicPr>
            <a:picLocks noChangeAspect="1"/>
          </p:cNvPicPr>
          <p:nvPr/>
        </p:nvPicPr>
        <p:blipFill>
          <a:blip r:embed="rId2"/>
          <a:stretch>
            <a:fillRect/>
          </a:stretch>
        </p:blipFill>
        <p:spPr>
          <a:xfrm>
            <a:off x="2140482" y="0"/>
            <a:ext cx="4863036" cy="687705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FA03B3E-B173-BF6A-A1FC-A70EF771D709}"/>
                  </a:ext>
                </a:extLst>
              </p14:cNvPr>
              <p14:cNvContentPartPr/>
              <p14:nvPr/>
            </p14:nvContentPartPr>
            <p14:xfrm>
              <a:off x="3147803" y="547425"/>
              <a:ext cx="2583000" cy="10080"/>
            </p14:xfrm>
          </p:contentPart>
        </mc:Choice>
        <mc:Fallback xmlns="">
          <p:pic>
            <p:nvPicPr>
              <p:cNvPr id="3" name="Ink 2">
                <a:extLst>
                  <a:ext uri="{FF2B5EF4-FFF2-40B4-BE49-F238E27FC236}">
                    <a16:creationId xmlns:a16="http://schemas.microsoft.com/office/drawing/2014/main" id="{7FA03B3E-B173-BF6A-A1FC-A70EF771D709}"/>
                  </a:ext>
                </a:extLst>
              </p:cNvPr>
              <p:cNvPicPr/>
              <p:nvPr/>
            </p:nvPicPr>
            <p:blipFill>
              <a:blip r:embed="rId4"/>
              <a:stretch>
                <a:fillRect/>
              </a:stretch>
            </p:blipFill>
            <p:spPr>
              <a:xfrm>
                <a:off x="3143483" y="543105"/>
                <a:ext cx="2591640" cy="18720"/>
              </a:xfrm>
              <a:prstGeom prst="rect">
                <a:avLst/>
              </a:prstGeom>
            </p:spPr>
          </p:pic>
        </mc:Fallback>
      </mc:AlternateContent>
      <p:sp>
        <p:nvSpPr>
          <p:cNvPr id="4" name="TextBox 3">
            <a:extLst>
              <a:ext uri="{FF2B5EF4-FFF2-40B4-BE49-F238E27FC236}">
                <a16:creationId xmlns:a16="http://schemas.microsoft.com/office/drawing/2014/main" id="{61A21C81-EF85-D0B5-666C-F135321E80CD}"/>
              </a:ext>
            </a:extLst>
          </p:cNvPr>
          <p:cNvSpPr txBox="1"/>
          <p:nvPr/>
        </p:nvSpPr>
        <p:spPr>
          <a:xfrm>
            <a:off x="6935505" y="2040470"/>
            <a:ext cx="1139082" cy="738664"/>
          </a:xfrm>
          <a:prstGeom prst="rect">
            <a:avLst/>
          </a:prstGeom>
          <a:noFill/>
        </p:spPr>
        <p:txBody>
          <a:bodyPr wrap="square" rtlCol="0">
            <a:spAutoFit/>
          </a:bodyPr>
          <a:lstStyle/>
          <a:p>
            <a:r>
              <a:rPr lang="en-US" sz="700" dirty="0">
                <a:solidFill>
                  <a:srgbClr val="FF0000"/>
                </a:solidFill>
              </a:rPr>
              <a:t>Caption is sufficient.</a:t>
            </a:r>
          </a:p>
          <a:p>
            <a:endParaRPr lang="en-US" sz="700" dirty="0">
              <a:solidFill>
                <a:srgbClr val="FF0000"/>
              </a:solidFill>
            </a:endParaRPr>
          </a:p>
          <a:p>
            <a:r>
              <a:rPr lang="en-US" sz="700" dirty="0">
                <a:solidFill>
                  <a:srgbClr val="FF0000"/>
                </a:solidFill>
              </a:rPr>
              <a:t>Note that (in most journals) captions are full and proper sentences (e.g., they end in a dot).</a:t>
            </a:r>
          </a:p>
        </p:txBody>
      </p:sp>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782DB557-C879-ABE2-E33B-B3915F636A51}"/>
                  </a:ext>
                </a:extLst>
              </p14:cNvPr>
              <p14:cNvContentPartPr/>
              <p14:nvPr/>
            </p14:nvContentPartPr>
            <p14:xfrm>
              <a:off x="5567145" y="452063"/>
              <a:ext cx="1512360" cy="1473840"/>
            </p14:xfrm>
          </p:contentPart>
        </mc:Choice>
        <mc:Fallback xmlns="">
          <p:pic>
            <p:nvPicPr>
              <p:cNvPr id="5" name="Ink 4">
                <a:extLst>
                  <a:ext uri="{FF2B5EF4-FFF2-40B4-BE49-F238E27FC236}">
                    <a16:creationId xmlns:a16="http://schemas.microsoft.com/office/drawing/2014/main" id="{782DB557-C879-ABE2-E33B-B3915F636A51}"/>
                  </a:ext>
                </a:extLst>
              </p:cNvPr>
              <p:cNvPicPr/>
              <p:nvPr/>
            </p:nvPicPr>
            <p:blipFill>
              <a:blip r:embed="rId6"/>
              <a:stretch>
                <a:fillRect/>
              </a:stretch>
            </p:blipFill>
            <p:spPr>
              <a:xfrm>
                <a:off x="5562825" y="447743"/>
                <a:ext cx="1521000" cy="1482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9E7EDCCB-436B-9168-A9E2-A3E2A17DB541}"/>
                  </a:ext>
                </a:extLst>
              </p14:cNvPr>
              <p14:cNvContentPartPr/>
              <p14:nvPr/>
            </p14:nvContentPartPr>
            <p14:xfrm>
              <a:off x="3402095" y="3846535"/>
              <a:ext cx="1065960" cy="119160"/>
            </p14:xfrm>
          </p:contentPart>
        </mc:Choice>
        <mc:Fallback xmlns="">
          <p:pic>
            <p:nvPicPr>
              <p:cNvPr id="15" name="Ink 14">
                <a:extLst>
                  <a:ext uri="{FF2B5EF4-FFF2-40B4-BE49-F238E27FC236}">
                    <a16:creationId xmlns:a16="http://schemas.microsoft.com/office/drawing/2014/main" id="{9E7EDCCB-436B-9168-A9E2-A3E2A17DB541}"/>
                  </a:ext>
                </a:extLst>
              </p:cNvPr>
              <p:cNvPicPr/>
              <p:nvPr/>
            </p:nvPicPr>
            <p:blipFill>
              <a:blip r:embed="rId8"/>
              <a:stretch>
                <a:fillRect/>
              </a:stretch>
            </p:blipFill>
            <p:spPr>
              <a:xfrm>
                <a:off x="3397775" y="3842215"/>
                <a:ext cx="10746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0CD0985C-2FF1-2469-FF5D-2BB7CF306BE4}"/>
                  </a:ext>
                </a:extLst>
              </p14:cNvPr>
              <p14:cNvContentPartPr/>
              <p14:nvPr/>
            </p14:nvContentPartPr>
            <p14:xfrm>
              <a:off x="3635735" y="3850495"/>
              <a:ext cx="1868040" cy="118440"/>
            </p14:xfrm>
          </p:contentPart>
        </mc:Choice>
        <mc:Fallback xmlns="">
          <p:pic>
            <p:nvPicPr>
              <p:cNvPr id="17" name="Ink 16">
                <a:extLst>
                  <a:ext uri="{FF2B5EF4-FFF2-40B4-BE49-F238E27FC236}">
                    <a16:creationId xmlns:a16="http://schemas.microsoft.com/office/drawing/2014/main" id="{0CD0985C-2FF1-2469-FF5D-2BB7CF306BE4}"/>
                  </a:ext>
                </a:extLst>
              </p:cNvPr>
              <p:cNvPicPr/>
              <p:nvPr/>
            </p:nvPicPr>
            <p:blipFill>
              <a:blip r:embed="rId10"/>
              <a:stretch>
                <a:fillRect/>
              </a:stretch>
            </p:blipFill>
            <p:spPr>
              <a:xfrm>
                <a:off x="3631415" y="3846175"/>
                <a:ext cx="1876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68E4594A-42E6-FF43-5D77-C0F96EBFCAA9}"/>
                  </a:ext>
                </a:extLst>
              </p14:cNvPr>
              <p14:cNvContentPartPr/>
              <p14:nvPr/>
            </p14:nvContentPartPr>
            <p14:xfrm>
              <a:off x="3361055" y="4409575"/>
              <a:ext cx="1022040" cy="127800"/>
            </p14:xfrm>
          </p:contentPart>
        </mc:Choice>
        <mc:Fallback xmlns="">
          <p:pic>
            <p:nvPicPr>
              <p:cNvPr id="19" name="Ink 18">
                <a:extLst>
                  <a:ext uri="{FF2B5EF4-FFF2-40B4-BE49-F238E27FC236}">
                    <a16:creationId xmlns:a16="http://schemas.microsoft.com/office/drawing/2014/main" id="{68E4594A-42E6-FF43-5D77-C0F96EBFCAA9}"/>
                  </a:ext>
                </a:extLst>
              </p:cNvPr>
              <p:cNvPicPr/>
              <p:nvPr/>
            </p:nvPicPr>
            <p:blipFill>
              <a:blip r:embed="rId12"/>
              <a:stretch>
                <a:fillRect/>
              </a:stretch>
            </p:blipFill>
            <p:spPr>
              <a:xfrm>
                <a:off x="3356735" y="4405255"/>
                <a:ext cx="1030680" cy="136440"/>
              </a:xfrm>
              <a:prstGeom prst="rect">
                <a:avLst/>
              </a:prstGeom>
            </p:spPr>
          </p:pic>
        </mc:Fallback>
      </mc:AlternateContent>
      <p:grpSp>
        <p:nvGrpSpPr>
          <p:cNvPr id="36" name="Group 35">
            <a:extLst>
              <a:ext uri="{FF2B5EF4-FFF2-40B4-BE49-F238E27FC236}">
                <a16:creationId xmlns:a16="http://schemas.microsoft.com/office/drawing/2014/main" id="{3C9258F9-4BEF-C978-4CED-F081E59834A9}"/>
              </a:ext>
            </a:extLst>
          </p:cNvPr>
          <p:cNvGrpSpPr/>
          <p:nvPr/>
        </p:nvGrpSpPr>
        <p:grpSpPr>
          <a:xfrm>
            <a:off x="2024830" y="641030"/>
            <a:ext cx="5005800" cy="5831400"/>
            <a:chOff x="2024830" y="641030"/>
            <a:chExt cx="5005800" cy="5831400"/>
          </a:xfrm>
        </p:grpSpPr>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FA2B3DC8-8BE3-A56B-CDE7-F004CFFCA4B3}"/>
                    </a:ext>
                  </a:extLst>
                </p14:cNvPr>
                <p14:cNvContentPartPr/>
                <p14:nvPr/>
              </p14:nvContentPartPr>
              <p14:xfrm>
                <a:off x="3447910" y="6361550"/>
                <a:ext cx="2179800" cy="33840"/>
              </p14:xfrm>
            </p:contentPart>
          </mc:Choice>
          <mc:Fallback xmlns="">
            <p:pic>
              <p:nvPicPr>
                <p:cNvPr id="12" name="Ink 11">
                  <a:extLst>
                    <a:ext uri="{FF2B5EF4-FFF2-40B4-BE49-F238E27FC236}">
                      <a16:creationId xmlns:a16="http://schemas.microsoft.com/office/drawing/2014/main" id="{FA2B3DC8-8BE3-A56B-CDE7-F004CFFCA4B3}"/>
                    </a:ext>
                  </a:extLst>
                </p:cNvPr>
                <p:cNvPicPr/>
                <p:nvPr/>
              </p:nvPicPr>
              <p:blipFill>
                <a:blip r:embed="rId14"/>
                <a:stretch>
                  <a:fillRect/>
                </a:stretch>
              </p:blipFill>
              <p:spPr>
                <a:xfrm>
                  <a:off x="3443590" y="6357230"/>
                  <a:ext cx="21884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2EDC3049-85C7-4EB5-299A-5030699677A9}"/>
                    </a:ext>
                  </a:extLst>
                </p14:cNvPr>
                <p14:cNvContentPartPr/>
                <p14:nvPr/>
              </p14:nvContentPartPr>
              <p14:xfrm>
                <a:off x="5568670" y="2610710"/>
                <a:ext cx="1461960" cy="3861720"/>
              </p14:xfrm>
            </p:contentPart>
          </mc:Choice>
          <mc:Fallback xmlns="">
            <p:pic>
              <p:nvPicPr>
                <p:cNvPr id="13" name="Ink 12">
                  <a:extLst>
                    <a:ext uri="{FF2B5EF4-FFF2-40B4-BE49-F238E27FC236}">
                      <a16:creationId xmlns:a16="http://schemas.microsoft.com/office/drawing/2014/main" id="{2EDC3049-85C7-4EB5-299A-5030699677A9}"/>
                    </a:ext>
                  </a:extLst>
                </p:cNvPr>
                <p:cNvPicPr/>
                <p:nvPr/>
              </p:nvPicPr>
              <p:blipFill>
                <a:blip r:embed="rId16"/>
                <a:stretch>
                  <a:fillRect/>
                </a:stretch>
              </p:blipFill>
              <p:spPr>
                <a:xfrm>
                  <a:off x="5564350" y="2606390"/>
                  <a:ext cx="1470600" cy="3870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4FF06BEF-DF29-8104-7F13-550E2BFF56D3}"/>
                    </a:ext>
                  </a:extLst>
                </p14:cNvPr>
                <p14:cNvContentPartPr/>
                <p14:nvPr/>
              </p14:nvContentPartPr>
              <p14:xfrm>
                <a:off x="2989990" y="3943070"/>
                <a:ext cx="14760" cy="1803240"/>
              </p14:xfrm>
            </p:contentPart>
          </mc:Choice>
          <mc:Fallback xmlns="">
            <p:pic>
              <p:nvPicPr>
                <p:cNvPr id="24" name="Ink 23">
                  <a:extLst>
                    <a:ext uri="{FF2B5EF4-FFF2-40B4-BE49-F238E27FC236}">
                      <a16:creationId xmlns:a16="http://schemas.microsoft.com/office/drawing/2014/main" id="{4FF06BEF-DF29-8104-7F13-550E2BFF56D3}"/>
                    </a:ext>
                  </a:extLst>
                </p:cNvPr>
                <p:cNvPicPr/>
                <p:nvPr/>
              </p:nvPicPr>
              <p:blipFill>
                <a:blip r:embed="rId18"/>
                <a:stretch>
                  <a:fillRect/>
                </a:stretch>
              </p:blipFill>
              <p:spPr>
                <a:xfrm>
                  <a:off x="2985670" y="3938750"/>
                  <a:ext cx="23400" cy="1811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5" name="Ink 24">
                  <a:extLst>
                    <a:ext uri="{FF2B5EF4-FFF2-40B4-BE49-F238E27FC236}">
                      <a16:creationId xmlns:a16="http://schemas.microsoft.com/office/drawing/2014/main" id="{D3AE77CD-91D7-FCD8-0199-481CDED080B9}"/>
                    </a:ext>
                  </a:extLst>
                </p14:cNvPr>
                <p14:cNvContentPartPr/>
                <p14:nvPr/>
              </p14:nvContentPartPr>
              <p14:xfrm>
                <a:off x="3492190" y="6159230"/>
                <a:ext cx="1883880" cy="38520"/>
              </p14:xfrm>
            </p:contentPart>
          </mc:Choice>
          <mc:Fallback xmlns="">
            <p:pic>
              <p:nvPicPr>
                <p:cNvPr id="25" name="Ink 24">
                  <a:extLst>
                    <a:ext uri="{FF2B5EF4-FFF2-40B4-BE49-F238E27FC236}">
                      <a16:creationId xmlns:a16="http://schemas.microsoft.com/office/drawing/2014/main" id="{D3AE77CD-91D7-FCD8-0199-481CDED080B9}"/>
                    </a:ext>
                  </a:extLst>
                </p:cNvPr>
                <p:cNvPicPr/>
                <p:nvPr/>
              </p:nvPicPr>
              <p:blipFill>
                <a:blip r:embed="rId20"/>
                <a:stretch>
                  <a:fillRect/>
                </a:stretch>
              </p:blipFill>
              <p:spPr>
                <a:xfrm>
                  <a:off x="3487870" y="6154910"/>
                  <a:ext cx="18925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 name="Ink 5">
                  <a:extLst>
                    <a:ext uri="{FF2B5EF4-FFF2-40B4-BE49-F238E27FC236}">
                      <a16:creationId xmlns:a16="http://schemas.microsoft.com/office/drawing/2014/main" id="{8F04B5E4-7917-6DBB-347B-4A8393A6F5AC}"/>
                    </a:ext>
                  </a:extLst>
                </p14:cNvPr>
                <p14:cNvContentPartPr/>
                <p14:nvPr/>
              </p14:nvContentPartPr>
              <p14:xfrm>
                <a:off x="3171705" y="3633743"/>
                <a:ext cx="2467080" cy="29520"/>
              </p14:xfrm>
            </p:contentPart>
          </mc:Choice>
          <mc:Fallback xmlns="">
            <p:pic>
              <p:nvPicPr>
                <p:cNvPr id="6" name="Ink 5">
                  <a:extLst>
                    <a:ext uri="{FF2B5EF4-FFF2-40B4-BE49-F238E27FC236}">
                      <a16:creationId xmlns:a16="http://schemas.microsoft.com/office/drawing/2014/main" id="{8F04B5E4-7917-6DBB-347B-4A8393A6F5AC}"/>
                    </a:ext>
                  </a:extLst>
                </p:cNvPr>
                <p:cNvPicPr/>
                <p:nvPr/>
              </p:nvPicPr>
              <p:blipFill>
                <a:blip r:embed="rId22"/>
                <a:stretch>
                  <a:fillRect/>
                </a:stretch>
              </p:blipFill>
              <p:spPr>
                <a:xfrm>
                  <a:off x="3167385" y="3629423"/>
                  <a:ext cx="24757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7" name="Ink 6">
                  <a:extLst>
                    <a:ext uri="{FF2B5EF4-FFF2-40B4-BE49-F238E27FC236}">
                      <a16:creationId xmlns:a16="http://schemas.microsoft.com/office/drawing/2014/main" id="{D5E2240E-2018-A971-9C12-199ADB38624D}"/>
                    </a:ext>
                  </a:extLst>
                </p14:cNvPr>
                <p14:cNvContentPartPr/>
                <p14:nvPr/>
              </p14:nvContentPartPr>
              <p14:xfrm>
                <a:off x="5586225" y="2508383"/>
                <a:ext cx="1255320" cy="1125720"/>
              </p14:xfrm>
            </p:contentPart>
          </mc:Choice>
          <mc:Fallback xmlns="">
            <p:pic>
              <p:nvPicPr>
                <p:cNvPr id="7" name="Ink 6">
                  <a:extLst>
                    <a:ext uri="{FF2B5EF4-FFF2-40B4-BE49-F238E27FC236}">
                      <a16:creationId xmlns:a16="http://schemas.microsoft.com/office/drawing/2014/main" id="{D5E2240E-2018-A971-9C12-199ADB38624D}"/>
                    </a:ext>
                  </a:extLst>
                </p:cNvPr>
                <p:cNvPicPr/>
                <p:nvPr/>
              </p:nvPicPr>
              <p:blipFill>
                <a:blip r:embed="rId24"/>
                <a:stretch>
                  <a:fillRect/>
                </a:stretch>
              </p:blipFill>
              <p:spPr>
                <a:xfrm>
                  <a:off x="5581905" y="2504063"/>
                  <a:ext cx="1263960" cy="1134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 name="Ink 8">
                  <a:extLst>
                    <a:ext uri="{FF2B5EF4-FFF2-40B4-BE49-F238E27FC236}">
                      <a16:creationId xmlns:a16="http://schemas.microsoft.com/office/drawing/2014/main" id="{61AFE936-5152-0705-25F6-2CFB17D70754}"/>
                    </a:ext>
                  </a:extLst>
                </p14:cNvPr>
                <p14:cNvContentPartPr/>
                <p14:nvPr/>
              </p14:nvContentPartPr>
              <p14:xfrm>
                <a:off x="3457545" y="3290303"/>
                <a:ext cx="2257200" cy="29880"/>
              </p14:xfrm>
            </p:contentPart>
          </mc:Choice>
          <mc:Fallback xmlns="">
            <p:pic>
              <p:nvPicPr>
                <p:cNvPr id="9" name="Ink 8">
                  <a:extLst>
                    <a:ext uri="{FF2B5EF4-FFF2-40B4-BE49-F238E27FC236}">
                      <a16:creationId xmlns:a16="http://schemas.microsoft.com/office/drawing/2014/main" id="{61AFE936-5152-0705-25F6-2CFB17D70754}"/>
                    </a:ext>
                  </a:extLst>
                </p:cNvPr>
                <p:cNvPicPr/>
                <p:nvPr/>
              </p:nvPicPr>
              <p:blipFill>
                <a:blip r:embed="rId26"/>
                <a:stretch>
                  <a:fillRect/>
                </a:stretch>
              </p:blipFill>
              <p:spPr>
                <a:xfrm>
                  <a:off x="3453225" y="3285983"/>
                  <a:ext cx="22658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0" name="Ink 9">
                  <a:extLst>
                    <a:ext uri="{FF2B5EF4-FFF2-40B4-BE49-F238E27FC236}">
                      <a16:creationId xmlns:a16="http://schemas.microsoft.com/office/drawing/2014/main" id="{2A3FB1B7-22A4-A5C3-0607-C46B554D8768}"/>
                    </a:ext>
                  </a:extLst>
                </p14:cNvPr>
                <p14:cNvContentPartPr/>
                <p14:nvPr/>
              </p14:nvContentPartPr>
              <p14:xfrm>
                <a:off x="5552385" y="2496143"/>
                <a:ext cx="1349280" cy="856440"/>
              </p14:xfrm>
            </p:contentPart>
          </mc:Choice>
          <mc:Fallback xmlns="">
            <p:pic>
              <p:nvPicPr>
                <p:cNvPr id="10" name="Ink 9">
                  <a:extLst>
                    <a:ext uri="{FF2B5EF4-FFF2-40B4-BE49-F238E27FC236}">
                      <a16:creationId xmlns:a16="http://schemas.microsoft.com/office/drawing/2014/main" id="{2A3FB1B7-22A4-A5C3-0607-C46B554D8768}"/>
                    </a:ext>
                  </a:extLst>
                </p:cNvPr>
                <p:cNvPicPr/>
                <p:nvPr/>
              </p:nvPicPr>
              <p:blipFill>
                <a:blip r:embed="rId28"/>
                <a:stretch>
                  <a:fillRect/>
                </a:stretch>
              </p:blipFill>
              <p:spPr>
                <a:xfrm>
                  <a:off x="5548065" y="2491823"/>
                  <a:ext cx="1357920" cy="8650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7" name="Ink 26">
                  <a:extLst>
                    <a:ext uri="{FF2B5EF4-FFF2-40B4-BE49-F238E27FC236}">
                      <a16:creationId xmlns:a16="http://schemas.microsoft.com/office/drawing/2014/main" id="{3A588EE5-B167-8E28-C04C-5EC61D88E25F}"/>
                    </a:ext>
                  </a:extLst>
                </p14:cNvPr>
                <p14:cNvContentPartPr/>
                <p14:nvPr/>
              </p14:nvContentPartPr>
              <p14:xfrm>
                <a:off x="3257470" y="3085790"/>
                <a:ext cx="2195280" cy="26640"/>
              </p14:xfrm>
            </p:contentPart>
          </mc:Choice>
          <mc:Fallback xmlns="">
            <p:pic>
              <p:nvPicPr>
                <p:cNvPr id="27" name="Ink 26">
                  <a:extLst>
                    <a:ext uri="{FF2B5EF4-FFF2-40B4-BE49-F238E27FC236}">
                      <a16:creationId xmlns:a16="http://schemas.microsoft.com/office/drawing/2014/main" id="{3A588EE5-B167-8E28-C04C-5EC61D88E25F}"/>
                    </a:ext>
                  </a:extLst>
                </p:cNvPr>
                <p:cNvPicPr/>
                <p:nvPr/>
              </p:nvPicPr>
              <p:blipFill>
                <a:blip r:embed="rId30"/>
                <a:stretch>
                  <a:fillRect/>
                </a:stretch>
              </p:blipFill>
              <p:spPr>
                <a:xfrm>
                  <a:off x="3253150" y="3081470"/>
                  <a:ext cx="22039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9" name="Ink 28">
                  <a:extLst>
                    <a:ext uri="{FF2B5EF4-FFF2-40B4-BE49-F238E27FC236}">
                      <a16:creationId xmlns:a16="http://schemas.microsoft.com/office/drawing/2014/main" id="{BBAFB8AE-5D3D-D072-8ADA-FEF6654A6545}"/>
                    </a:ext>
                  </a:extLst>
                </p14:cNvPr>
                <p14:cNvContentPartPr/>
                <p14:nvPr/>
              </p14:nvContentPartPr>
              <p14:xfrm>
                <a:off x="2983870" y="641030"/>
                <a:ext cx="39240" cy="2279520"/>
              </p14:xfrm>
            </p:contentPart>
          </mc:Choice>
          <mc:Fallback xmlns="">
            <p:pic>
              <p:nvPicPr>
                <p:cNvPr id="29" name="Ink 28">
                  <a:extLst>
                    <a:ext uri="{FF2B5EF4-FFF2-40B4-BE49-F238E27FC236}">
                      <a16:creationId xmlns:a16="http://schemas.microsoft.com/office/drawing/2014/main" id="{BBAFB8AE-5D3D-D072-8ADA-FEF6654A6545}"/>
                    </a:ext>
                  </a:extLst>
                </p:cNvPr>
                <p:cNvPicPr/>
                <p:nvPr/>
              </p:nvPicPr>
              <p:blipFill>
                <a:blip r:embed="rId32"/>
                <a:stretch>
                  <a:fillRect/>
                </a:stretch>
              </p:blipFill>
              <p:spPr>
                <a:xfrm>
                  <a:off x="2979550" y="636710"/>
                  <a:ext cx="47880" cy="2288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 name="Ink 29">
                  <a:extLst>
                    <a:ext uri="{FF2B5EF4-FFF2-40B4-BE49-F238E27FC236}">
                      <a16:creationId xmlns:a16="http://schemas.microsoft.com/office/drawing/2014/main" id="{46F63D47-0E23-7A7A-556F-22DFC0917544}"/>
                    </a:ext>
                  </a:extLst>
                </p14:cNvPr>
                <p14:cNvContentPartPr/>
                <p14:nvPr/>
              </p14:nvContentPartPr>
              <p14:xfrm>
                <a:off x="2024830" y="1988150"/>
                <a:ext cx="1429920" cy="1135800"/>
              </p14:xfrm>
            </p:contentPart>
          </mc:Choice>
          <mc:Fallback xmlns="">
            <p:pic>
              <p:nvPicPr>
                <p:cNvPr id="30" name="Ink 29">
                  <a:extLst>
                    <a:ext uri="{FF2B5EF4-FFF2-40B4-BE49-F238E27FC236}">
                      <a16:creationId xmlns:a16="http://schemas.microsoft.com/office/drawing/2014/main" id="{46F63D47-0E23-7A7A-556F-22DFC0917544}"/>
                    </a:ext>
                  </a:extLst>
                </p:cNvPr>
                <p:cNvPicPr/>
                <p:nvPr/>
              </p:nvPicPr>
              <p:blipFill>
                <a:blip r:embed="rId34"/>
                <a:stretch>
                  <a:fillRect/>
                </a:stretch>
              </p:blipFill>
              <p:spPr>
                <a:xfrm>
                  <a:off x="2020510" y="1983830"/>
                  <a:ext cx="1438560" cy="1144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1" name="Ink 30">
                  <a:extLst>
                    <a:ext uri="{FF2B5EF4-FFF2-40B4-BE49-F238E27FC236}">
                      <a16:creationId xmlns:a16="http://schemas.microsoft.com/office/drawing/2014/main" id="{135F0D18-F1D4-FDF1-0CAC-FC7D2AEC8A3C}"/>
                    </a:ext>
                  </a:extLst>
                </p14:cNvPr>
                <p14:cNvContentPartPr/>
                <p14:nvPr/>
              </p14:nvContentPartPr>
              <p14:xfrm>
                <a:off x="2056870" y="1625270"/>
                <a:ext cx="952920" cy="345600"/>
              </p14:xfrm>
            </p:contentPart>
          </mc:Choice>
          <mc:Fallback xmlns="">
            <p:pic>
              <p:nvPicPr>
                <p:cNvPr id="31" name="Ink 30">
                  <a:extLst>
                    <a:ext uri="{FF2B5EF4-FFF2-40B4-BE49-F238E27FC236}">
                      <a16:creationId xmlns:a16="http://schemas.microsoft.com/office/drawing/2014/main" id="{135F0D18-F1D4-FDF1-0CAC-FC7D2AEC8A3C}"/>
                    </a:ext>
                  </a:extLst>
                </p:cNvPr>
                <p:cNvPicPr/>
                <p:nvPr/>
              </p:nvPicPr>
              <p:blipFill>
                <a:blip r:embed="rId36"/>
                <a:stretch>
                  <a:fillRect/>
                </a:stretch>
              </p:blipFill>
              <p:spPr>
                <a:xfrm>
                  <a:off x="2052550" y="1620950"/>
                  <a:ext cx="96156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3" name="Ink 32">
                  <a:extLst>
                    <a:ext uri="{FF2B5EF4-FFF2-40B4-BE49-F238E27FC236}">
                      <a16:creationId xmlns:a16="http://schemas.microsoft.com/office/drawing/2014/main" id="{654DAB45-A638-3AC4-6187-6915B86C08D9}"/>
                    </a:ext>
                  </a:extLst>
                </p14:cNvPr>
                <p14:cNvContentPartPr/>
                <p14:nvPr/>
              </p14:nvContentPartPr>
              <p14:xfrm>
                <a:off x="2132110" y="1946870"/>
                <a:ext cx="852480" cy="2796840"/>
              </p14:xfrm>
            </p:contentPart>
          </mc:Choice>
          <mc:Fallback xmlns="">
            <p:pic>
              <p:nvPicPr>
                <p:cNvPr id="33" name="Ink 32">
                  <a:extLst>
                    <a:ext uri="{FF2B5EF4-FFF2-40B4-BE49-F238E27FC236}">
                      <a16:creationId xmlns:a16="http://schemas.microsoft.com/office/drawing/2014/main" id="{654DAB45-A638-3AC4-6187-6915B86C08D9}"/>
                    </a:ext>
                  </a:extLst>
                </p:cNvPr>
                <p:cNvPicPr/>
                <p:nvPr/>
              </p:nvPicPr>
              <p:blipFill>
                <a:blip r:embed="rId38"/>
                <a:stretch>
                  <a:fillRect/>
                </a:stretch>
              </p:blipFill>
              <p:spPr>
                <a:xfrm>
                  <a:off x="2127790" y="1942550"/>
                  <a:ext cx="861120" cy="2805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5" name="Ink 34">
                  <a:extLst>
                    <a:ext uri="{FF2B5EF4-FFF2-40B4-BE49-F238E27FC236}">
                      <a16:creationId xmlns:a16="http://schemas.microsoft.com/office/drawing/2014/main" id="{B1E3CA14-70E1-3937-45C2-241F85B54F3A}"/>
                    </a:ext>
                  </a:extLst>
                </p14:cNvPr>
                <p14:cNvContentPartPr/>
                <p14:nvPr/>
              </p14:nvContentPartPr>
              <p14:xfrm>
                <a:off x="2075950" y="2076410"/>
                <a:ext cx="2172600" cy="4134240"/>
              </p14:xfrm>
            </p:contentPart>
          </mc:Choice>
          <mc:Fallback xmlns="">
            <p:pic>
              <p:nvPicPr>
                <p:cNvPr id="35" name="Ink 34">
                  <a:extLst>
                    <a:ext uri="{FF2B5EF4-FFF2-40B4-BE49-F238E27FC236}">
                      <a16:creationId xmlns:a16="http://schemas.microsoft.com/office/drawing/2014/main" id="{B1E3CA14-70E1-3937-45C2-241F85B54F3A}"/>
                    </a:ext>
                  </a:extLst>
                </p:cNvPr>
                <p:cNvPicPr/>
                <p:nvPr/>
              </p:nvPicPr>
              <p:blipFill>
                <a:blip r:embed="rId40"/>
                <a:stretch>
                  <a:fillRect/>
                </a:stretch>
              </p:blipFill>
              <p:spPr>
                <a:xfrm>
                  <a:off x="2071630" y="2072090"/>
                  <a:ext cx="2181240" cy="4142880"/>
                </a:xfrm>
                <a:prstGeom prst="rect">
                  <a:avLst/>
                </a:prstGeom>
              </p:spPr>
            </p:pic>
          </mc:Fallback>
        </mc:AlternateContent>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5ABCCF7-7BFF-9BA7-C507-54CC5D1C0149}"/>
                  </a:ext>
                </a:extLst>
              </p:cNvPr>
              <p:cNvSpPr txBox="1"/>
              <p:nvPr/>
            </p:nvSpPr>
            <p:spPr>
              <a:xfrm>
                <a:off x="1512359" y="1440937"/>
                <a:ext cx="1231130" cy="523220"/>
              </a:xfrm>
              <a:prstGeom prst="rect">
                <a:avLst/>
              </a:prstGeom>
              <a:noFill/>
            </p:spPr>
            <p:txBody>
              <a:bodyPr wrap="square" rtlCol="0">
                <a:spAutoFit/>
              </a:bodyPr>
              <a:lstStyle/>
              <a:p>
                <a:r>
                  <a:rPr lang="en-US" sz="700" dirty="0">
                    <a:solidFill>
                      <a:srgbClr val="FF0000"/>
                    </a:solidFill>
                  </a:rPr>
                  <a:t>Insert the numerical values of the parameters as parentheses? I.e., “high (</a:t>
                </a:r>
                <a14:m>
                  <m:oMath xmlns:m="http://schemas.openxmlformats.org/officeDocument/2006/math">
                    <m:r>
                      <a:rPr lang="en-US" sz="700" b="0" i="1" smtClean="0">
                        <a:solidFill>
                          <a:srgbClr val="FF0000"/>
                        </a:solidFill>
                        <a:latin typeface="Cambria Math" panose="02040503050406030204" pitchFamily="18" charset="0"/>
                      </a:rPr>
                      <m:t>𝛼</m:t>
                    </m:r>
                    <m:r>
                      <a:rPr lang="en-US" sz="700" b="0" i="1" smtClean="0">
                        <a:solidFill>
                          <a:srgbClr val="FF0000"/>
                        </a:solidFill>
                        <a:latin typeface="Cambria Math" panose="02040503050406030204" pitchFamily="18" charset="0"/>
                      </a:rPr>
                      <m:t>= ???)</m:t>
                    </m:r>
                  </m:oMath>
                </a14:m>
                <a:r>
                  <a:rPr lang="en-US" sz="700" dirty="0">
                    <a:solidFill>
                      <a:srgbClr val="FF0000"/>
                    </a:solidFill>
                  </a:rPr>
                  <a:t>”</a:t>
                </a:r>
              </a:p>
            </p:txBody>
          </p:sp>
        </mc:Choice>
        <mc:Fallback xmlns="">
          <p:sp>
            <p:nvSpPr>
              <p:cNvPr id="37" name="TextBox 36">
                <a:extLst>
                  <a:ext uri="{FF2B5EF4-FFF2-40B4-BE49-F238E27FC236}">
                    <a16:creationId xmlns:a16="http://schemas.microsoft.com/office/drawing/2014/main" id="{D5ABCCF7-7BFF-9BA7-C507-54CC5D1C0149}"/>
                  </a:ext>
                </a:extLst>
              </p:cNvPr>
              <p:cNvSpPr txBox="1">
                <a:spLocks noRot="1" noChangeAspect="1" noMove="1" noResize="1" noEditPoints="1" noAdjustHandles="1" noChangeArrowheads="1" noChangeShapeType="1" noTextEdit="1"/>
              </p:cNvSpPr>
              <p:nvPr/>
            </p:nvSpPr>
            <p:spPr>
              <a:xfrm>
                <a:off x="1512359" y="1440937"/>
                <a:ext cx="1231130" cy="523220"/>
              </a:xfrm>
              <a:prstGeom prst="rect">
                <a:avLst/>
              </a:prstGeom>
              <a:blipFill>
                <a:blip r:embed="rId41"/>
                <a:stretch>
                  <a:fillRect b="-1163"/>
                </a:stretch>
              </a:blipFill>
            </p:spPr>
            <p:txBody>
              <a:bodyPr/>
              <a:lstStyle/>
              <a:p>
                <a:r>
                  <a:rPr lang="en-US">
                    <a:noFill/>
                  </a:rPr>
                  <a:t> </a:t>
                </a:r>
              </a:p>
            </p:txBody>
          </p:sp>
        </mc:Fallback>
      </mc:AlternateContent>
      <p:grpSp>
        <p:nvGrpSpPr>
          <p:cNvPr id="40" name="Group 39">
            <a:extLst>
              <a:ext uri="{FF2B5EF4-FFF2-40B4-BE49-F238E27FC236}">
                <a16:creationId xmlns:a16="http://schemas.microsoft.com/office/drawing/2014/main" id="{678FD865-BF84-FDCE-F994-76E2EC6E8F7A}"/>
              </a:ext>
            </a:extLst>
          </p:cNvPr>
          <p:cNvGrpSpPr/>
          <p:nvPr/>
        </p:nvGrpSpPr>
        <p:grpSpPr>
          <a:xfrm>
            <a:off x="1749923" y="3676448"/>
            <a:ext cx="1665000" cy="814680"/>
            <a:chOff x="1749923" y="3676448"/>
            <a:chExt cx="1665000" cy="814680"/>
          </a:xfrm>
        </p:grpSpPr>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0CD23291-C766-437E-E6A9-84681A123494}"/>
                    </a:ext>
                  </a:extLst>
                </p14:cNvPr>
                <p14:cNvContentPartPr/>
                <p14:nvPr/>
              </p14:nvContentPartPr>
              <p14:xfrm>
                <a:off x="1749923" y="3676448"/>
                <a:ext cx="1665000" cy="224280"/>
              </p14:xfrm>
            </p:contentPart>
          </mc:Choice>
          <mc:Fallback xmlns="">
            <p:pic>
              <p:nvPicPr>
                <p:cNvPr id="38" name="Ink 37">
                  <a:extLst>
                    <a:ext uri="{FF2B5EF4-FFF2-40B4-BE49-F238E27FC236}">
                      <a16:creationId xmlns:a16="http://schemas.microsoft.com/office/drawing/2014/main" id="{0CD23291-C766-437E-E6A9-84681A123494}"/>
                    </a:ext>
                  </a:extLst>
                </p:cNvPr>
                <p:cNvPicPr/>
                <p:nvPr/>
              </p:nvPicPr>
              <p:blipFill>
                <a:blip r:embed="rId43"/>
                <a:stretch>
                  <a:fillRect/>
                </a:stretch>
              </p:blipFill>
              <p:spPr>
                <a:xfrm>
                  <a:off x="1745603" y="3672128"/>
                  <a:ext cx="16736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9" name="Ink 38">
                  <a:extLst>
                    <a:ext uri="{FF2B5EF4-FFF2-40B4-BE49-F238E27FC236}">
                      <a16:creationId xmlns:a16="http://schemas.microsoft.com/office/drawing/2014/main" id="{255D2E12-B794-78A2-27E6-A934A93E7485}"/>
                    </a:ext>
                  </a:extLst>
                </p14:cNvPr>
                <p14:cNvContentPartPr/>
                <p14:nvPr/>
              </p14:nvContentPartPr>
              <p14:xfrm>
                <a:off x="1807163" y="3751688"/>
                <a:ext cx="1574280" cy="739440"/>
              </p14:xfrm>
            </p:contentPart>
          </mc:Choice>
          <mc:Fallback xmlns="">
            <p:pic>
              <p:nvPicPr>
                <p:cNvPr id="39" name="Ink 38">
                  <a:extLst>
                    <a:ext uri="{FF2B5EF4-FFF2-40B4-BE49-F238E27FC236}">
                      <a16:creationId xmlns:a16="http://schemas.microsoft.com/office/drawing/2014/main" id="{255D2E12-B794-78A2-27E6-A934A93E7485}"/>
                    </a:ext>
                  </a:extLst>
                </p:cNvPr>
                <p:cNvPicPr/>
                <p:nvPr/>
              </p:nvPicPr>
              <p:blipFill>
                <a:blip r:embed="rId45"/>
                <a:stretch>
                  <a:fillRect/>
                </a:stretch>
              </p:blipFill>
              <p:spPr>
                <a:xfrm>
                  <a:off x="1802843" y="3747368"/>
                  <a:ext cx="1582920" cy="748080"/>
                </a:xfrm>
                <a:prstGeom prst="rect">
                  <a:avLst/>
                </a:prstGeom>
              </p:spPr>
            </p:pic>
          </mc:Fallback>
        </mc:AlternateContent>
      </p:grpSp>
      <p:sp>
        <p:nvSpPr>
          <p:cNvPr id="41" name="TextBox 40">
            <a:extLst>
              <a:ext uri="{FF2B5EF4-FFF2-40B4-BE49-F238E27FC236}">
                <a16:creationId xmlns:a16="http://schemas.microsoft.com/office/drawing/2014/main" id="{F016CBC9-7AB8-800E-5C48-118088F9FACB}"/>
              </a:ext>
            </a:extLst>
          </p:cNvPr>
          <p:cNvSpPr txBox="1"/>
          <p:nvPr/>
        </p:nvSpPr>
        <p:spPr>
          <a:xfrm>
            <a:off x="622807" y="3715311"/>
            <a:ext cx="1139082" cy="1061829"/>
          </a:xfrm>
          <a:prstGeom prst="rect">
            <a:avLst/>
          </a:prstGeom>
          <a:noFill/>
        </p:spPr>
        <p:txBody>
          <a:bodyPr wrap="square" rtlCol="0">
            <a:spAutoFit/>
          </a:bodyPr>
          <a:lstStyle/>
          <a:p>
            <a:r>
              <a:rPr lang="en-US" sz="700" dirty="0">
                <a:solidFill>
                  <a:srgbClr val="FF0000"/>
                </a:solidFill>
              </a:rPr>
              <a:t>Why are these values not increasing when the uncertainty increases? Is this just an artifact of low samples? If so, then consider rerunning so that the results are logical. If not, then what is the reason?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140482" y="0"/>
          <a:ext cx="7003518" cy="6877050"/>
          <a:chOff x="2140482" y="0"/>
          <a:chExt cx="7003518" cy="6877050"/>
        </a:xfrm>
      </p:grpSpPr>
      <p:pic>
        <p:nvPicPr>
          <p:cNvPr id="2" name="Slide"/>
          <p:cNvPicPr>
            <a:picLocks noChangeAspect="1"/>
          </p:cNvPicPr>
          <p:nvPr/>
        </p:nvPicPr>
        <p:blipFill>
          <a:blip r:embed="rId2"/>
          <a:stretch>
            <a:fillRect/>
          </a:stretch>
        </p:blipFill>
        <p:spPr>
          <a:xfrm>
            <a:off x="2140482" y="0"/>
            <a:ext cx="4863036" cy="6877050"/>
          </a:xfrm>
          <a:prstGeom prst="rect">
            <a:avLst/>
          </a:prstGeom>
        </p:spPr>
      </p:pic>
      <p:sp>
        <p:nvSpPr>
          <p:cNvPr id="3" name="TextBox 2">
            <a:extLst>
              <a:ext uri="{FF2B5EF4-FFF2-40B4-BE49-F238E27FC236}">
                <a16:creationId xmlns:a16="http://schemas.microsoft.com/office/drawing/2014/main" id="{93466C58-34E4-817D-D328-60FA9111C8E3}"/>
              </a:ext>
            </a:extLst>
          </p:cNvPr>
          <p:cNvSpPr txBox="1"/>
          <p:nvPr/>
        </p:nvSpPr>
        <p:spPr>
          <a:xfrm>
            <a:off x="2771800" y="1628800"/>
            <a:ext cx="2592288" cy="846386"/>
          </a:xfrm>
          <a:prstGeom prst="rect">
            <a:avLst/>
          </a:prstGeom>
          <a:noFill/>
        </p:spPr>
        <p:txBody>
          <a:bodyPr wrap="square" rtlCol="0">
            <a:spAutoFit/>
          </a:bodyPr>
          <a:lstStyle/>
          <a:p>
            <a:r>
              <a:rPr lang="en-US" sz="700" dirty="0">
                <a:solidFill>
                  <a:srgbClr val="FF0000"/>
                </a:solidFill>
              </a:rPr>
              <a:t>Make everything fit on one printed A4. I.e., max two pages. The description / motivation / formulas on one page so that jumping back and forth is as easy as possible. </a:t>
            </a:r>
          </a:p>
          <a:p>
            <a:endParaRPr lang="en-US" sz="700" dirty="0">
              <a:solidFill>
                <a:srgbClr val="FF0000"/>
              </a:solidFill>
            </a:endParaRPr>
          </a:p>
          <a:p>
            <a:r>
              <a:rPr lang="en-US" sz="700" dirty="0">
                <a:solidFill>
                  <a:srgbClr val="FF0000"/>
                </a:solidFill>
              </a:rPr>
              <a:t>You can achieve this by reducing the font size of the references, reducing the figure sizes slightly or reducing the font size of the text proper slightly.</a:t>
            </a:r>
          </a:p>
        </p:txBody>
      </p:sp>
    </p:spTree>
  </p:cSld>
  <p:clrMapOvr>
    <a:masterClrMapping/>
  </p:clrMapOvr>
</p:sld>
</file>

<file path=ppt/theme/theme1.xml><?xml version="1.0" encoding="utf-8"?>
<a:theme xmlns:a="http://schemas.openxmlformats.org/drawingml/2006/main" name="Theme100">
  <a:themeElements>
    <a:clrScheme name="Theme10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10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10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1808</TotalTime>
  <Words>927</Words>
  <Application>Microsoft Macintosh PowerPoint</Application>
  <PresentationFormat>On-screen Show (4:3)</PresentationFormat>
  <Paragraphs>57</Paragraphs>
  <Slides>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Cambria Math</vt:lpstr>
      <vt:lpstr>Theme100</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cp:keywords/>
  <dc:description/>
  <cp:lastModifiedBy>Rosenlew Georg</cp:lastModifiedBy>
  <cp:revision>7</cp:revision>
  <dcterms:created xsi:type="dcterms:W3CDTF">2026-03-29T19:03:41Z</dcterms:created>
  <dcterms:modified xsi:type="dcterms:W3CDTF">2026-03-31T14:09:38Z</dcterms:modified>
  <cp:category/>
</cp:coreProperties>
</file>