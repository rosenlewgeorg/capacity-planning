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71" r:id="rId2"/>
    <p:sldId id="272" r:id="rId3"/>
    <p:sldId id="273" r:id="rId4"/>
    <p:sldId id="274" r:id="rId5"/>
    <p:sldId id="275" r:id="rId6"/>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200" d="100"/>
          <a:sy n="200" d="100"/>
        </p:scale>
        <p:origin x="654" y="-207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6T13:23:26.544"/>
    </inkml:context>
    <inkml:brush xml:id="br0">
      <inkml:brushProperty name="width" value="0.035" units="cm"/>
      <inkml:brushProperty name="height" value="0.035" units="cm"/>
      <inkml:brushProperty name="color" value="#E71224"/>
    </inkml:brush>
  </inkml:definitions>
  <inkml:trace contextRef="#ctx0" brushRef="#br0">0 1 24575,'3'0'0,"2"0"0,3 0 0,2 0 0,5 0 0,3 0 0,1 0 0,0 0 0,1 0 0,0 0 0,2 0 0,1 0 0,0 0 0,-1 0 0,-3 0 0,-3 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6T13:23:28.446"/>
    </inkml:context>
    <inkml:brush xml:id="br0">
      <inkml:brushProperty name="width" value="0.035" units="cm"/>
      <inkml:brushProperty name="height" value="0.035" units="cm"/>
      <inkml:brushProperty name="color" value="#E71224"/>
    </inkml:brush>
  </inkml:definitions>
  <inkml:trace contextRef="#ctx0" brushRef="#br0">7445 0 24575,'0'2'0,"0"0"0,-1-1 0,1 1 0,-1 0 0,1-1 0,-1 1 0,0 0 0,0-1 0,0 1 0,0-1 0,0 0 0,0 1 0,0-1 0,0 0 0,-1 1 0,1-1 0,0 0 0,-3 1 0,-32 21 0,15-11 0,14-7 0,0 0 0,-1 0 0,1-1 0,-1 0 0,0 0 0,0-1 0,-1 0 0,1 0 0,-1-1 0,1 0 0,-1-1 0,0 0 0,-14 0 0,-174 17 0,-64 2 0,-1137-17 0,709-5 0,-1935-10 0,564 10-1365,2048 2-5461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6T14:51:10.354"/>
    </inkml:context>
    <inkml:brush xml:id="br0">
      <inkml:brushProperty name="width" value="0.035" units="cm"/>
      <inkml:brushProperty name="height" value="0.035" units="cm"/>
      <inkml:brushProperty name="color" value="#E71224"/>
    </inkml:brush>
  </inkml:definitions>
  <inkml:trace contextRef="#ctx0" brushRef="#br0">1 1 24575,'2'0'0,"5"0"0,7 0 0,2 0 0,8 0 0,4 0 0,9 0 0,0 2 0,0 1 0,2 0 0,-5-1 0,0 0 0,-3-1 0,-1 0 0,-2-1 0,-2 0 0,-7 0-8191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6T14:51:11.602"/>
    </inkml:context>
    <inkml:brush xml:id="br0">
      <inkml:brushProperty name="width" value="0.035" units="cm"/>
      <inkml:brushProperty name="height" value="0.035" units="cm"/>
      <inkml:brushProperty name="color" value="#E71224"/>
    </inkml:brush>
  </inkml:definitions>
  <inkml:trace contextRef="#ctx0" brushRef="#br0">15 1508 24575,'-12'52'0,"11"-44"0,0-1 0,1 1 0,0 0 0,0-1 0,1 1 0,0-1 0,0 1 0,1-1 0,4 11 0,-3-13 0,0 0 0,0 0 0,0-1 0,1 1 0,0-1 0,0 0 0,0 0 0,0 0 0,1-1 0,-1 1 0,1-1 0,0 0 0,8 3 0,-1 0 0,1 0 0,1 0 0,-1-1 0,1-1 0,0-1 0,-1 0 0,2 0 0,25 0 0,-14-4 0,0 0 0,0-2 0,-1-1 0,27-8 0,69-19 0,-2-5 0,-1-5 0,-1-5 0,122-69 0,306-175 0,-367 192 0,-75 39 0,202-83 0,22 16 0,-242 87 0,141-84 0,-84 39 0,165-70 0,-198 109 0,-77 34 0,-1-1 0,0-2 0,-2-1 0,1-1 0,-2-1 0,44-35 0,93-84-1365,-141 115-5461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6T13:10:48.214"/>
    </inkml:context>
    <inkml:brush xml:id="br0">
      <inkml:brushProperty name="width" value="0.035" units="cm"/>
      <inkml:brushProperty name="height" value="0.035" units="cm"/>
      <inkml:brushProperty name="color" value="#E71224"/>
    </inkml:brush>
  </inkml:definitions>
  <inkml:trace contextRef="#ctx0" brushRef="#br0">1 16 24575,'1075'-11'0,"2792"11"0,-3668-5 0,166 7 0,-266 2 0,-53-4 0,47 8 0,95 14-1365,-178-20-5461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6T13:10:42.464"/>
    </inkml:context>
    <inkml:brush xml:id="br0">
      <inkml:brushProperty name="width" value="0.035" units="cm"/>
      <inkml:brushProperty name="height" value="0.035" units="cm"/>
      <inkml:brushProperty name="color" value="#E71224"/>
    </inkml:brush>
  </inkml:definitions>
  <inkml:trace contextRef="#ctx0" brushRef="#br0">1 0 24575,'0'61'0,"4"0"0,19 105 0,53 259 0,-48-262 0,-5-34 0,13 209 0,-11 98 0,-2-8 0,-8-250 0,-5-73 0,-3 12 0,10 85 0,22 245 0,-35-382 0,9 426 0,-10-156 52,-5-180-1469</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6T13:10:45.161"/>
    </inkml:context>
    <inkml:brush xml:id="br0">
      <inkml:brushProperty name="width" value="0.035" units="cm"/>
      <inkml:brushProperty name="height" value="0.035" units="cm"/>
      <inkml:brushProperty name="color" value="#E71224"/>
    </inkml:brush>
  </inkml:definitions>
  <inkml:trace contextRef="#ctx0" brushRef="#br0">1 50 24575,'689'-12'0,"135"-4"0,-253 2 0,-311 11 0,1120-1 0,-763 5 0,-71 12 0,61 11 0,-38-1 0,-416-11 68,56 0-1501,-195-12-5393</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6T13:11:46.953"/>
    </inkml:context>
    <inkml:brush xml:id="br0">
      <inkml:brushProperty name="width" value="0.035" units="cm"/>
      <inkml:brushProperty name="height" value="0.035" units="cm"/>
      <inkml:brushProperty name="color" value="#E71224"/>
    </inkml:brush>
  </inkml:definitions>
  <inkml:trace contextRef="#ctx0" brushRef="#br0">1 94 24575,'3'11'0,"0"-1"0,0 1 0,-1 0 0,-1 0 0,0 0 0,0 0 0,-2 21 0,2 13 0,8 242 0,-8-286 0,-1 1 0,0 0 0,1 0 0,0 0 0,-1-1 0,1 1 0,0 0 0,0-1 0,-1 1 0,1-1 0,1 1 0,-1-1 0,0 1 0,0-1 0,0 0 0,1 0 0,-1 1 0,1-1 0,-1 0 0,1 0 0,-1 0 0,1-1 0,0 1 0,-1 0 0,1 0 0,0-1 0,-1 1 0,1-1 0,0 0 0,0 0 0,0 1 0,0-1 0,-1 0 0,3-1 0,12 2 0,0-1 0,30-4 0,-34 3 0,9-1 0,1-1 0,-1-1 0,0 0 0,30-12 0,-46 14 0,0 1 0,0-2 0,0 1 0,0-1 0,0 0 0,-1 0 0,1 0 0,-1 0 0,0-1 0,0 0 0,0 0 0,0 0 0,-1 0 0,0-1 0,0 1 0,0-1 0,0 0 0,-1 0 0,0 0 0,0 0 0,0 0 0,0 0 0,0-8 0,0-3 0,-2 0 0,0 0 0,-1 0 0,0 0 0,-1-1 0,-1 2 0,-1-1 0,0 0 0,-1 1 0,-1-1 0,0 2 0,-1-1 0,-15-23 0,10 20 0,-1 0 0,0 0 0,-2 1 0,0 1 0,-1 0 0,0 1 0,-1 1 0,-1 1 0,-28-16 0,23 17-1365,4 4-5461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6T13:11:48.086"/>
    </inkml:context>
    <inkml:brush xml:id="br0">
      <inkml:brushProperty name="width" value="0.035" units="cm"/>
      <inkml:brushProperty name="height" value="0.035" units="cm"/>
      <inkml:brushProperty name="color" value="#E71224"/>
    </inkml:brush>
  </inkml:definitions>
  <inkml:trace contextRef="#ctx0" brushRef="#br0">0 0 24575,'0'2'0,"0"5"0,0 3 0,0 4 0,0 1 0,0 1 0,0 1 0,0 2 0,0 0 0,0-2 0,0-1 0,0 0 0,0 0 0,0-1 0,0-1 0,0-1 0,0 0 0,0-3-8191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6T13:11:48.609"/>
    </inkml:context>
    <inkml:brush xml:id="br0">
      <inkml:brushProperty name="width" value="0.035" units="cm"/>
      <inkml:brushProperty name="height" value="0.035" units="cm"/>
      <inkml:brushProperty name="color" value="#E71224"/>
    </inkml:brush>
  </inkml:definitions>
  <inkml:trace contextRef="#ctx0" brushRef="#br0">0 13 24575,'2'0'0,"1"-2"0,1-1 0,3 1 0,2 0 0,1 0 0,1 1 0,1 1 0,0 0 0,1 0 0,-1 0 0,-2 0-8191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6T13:11:49.404"/>
    </inkml:context>
    <inkml:brush xml:id="br0">
      <inkml:brushProperty name="width" value="0.035" units="cm"/>
      <inkml:brushProperty name="height" value="0.035" units="cm"/>
      <inkml:brushProperty name="color" value="#E71224"/>
    </inkml:brush>
  </inkml:definitions>
  <inkml:trace contextRef="#ctx0" brushRef="#br0">49 1 24575,'-3'0'0,"1"0"0,0 1 0,0-1 0,0 1 0,0 0 0,0-1 0,0 1 0,0 0 0,0 0 0,0 1 0,0-1 0,0 0 0,0 1 0,1-1 0,-1 1 0,1-1 0,-1 1 0,1 0 0,0-1 0,-1 1 0,1 0 0,0 0 0,0 0 0,0 0 0,0 0 0,1 0 0,-2 4 0,2-5 0,-1 1 0,1 0 0,0-1 0,-1 1 0,1 0 0,0-1 0,0 1 0,0 0 0,0-1 0,0 1 0,0 0 0,1 0 0,-1-1 0,0 1 0,1 0 0,0-1 0,-1 1 0,1-1 0,0 1 0,0-1 0,0 1 0,0-1 0,0 1 0,0-1 0,0 0 0,0 0 0,0 1 0,1-1 0,-1 0 0,0 0 0,1 0 0,-1-1 0,1 1 0,0 0 0,2 0 0,-3 0-32,1 0-1,-1 0 1,1-1-1,0 1 1,-1-1-1,1 0 1,0 1-1,-1-1 1,1 0-1,0 0 1,-1 0-1,1 0 1,0-1-1,0 1 1,-1 0-1,1-1 1,-1 1-1,1-1 1,0 1-1,-1-1 1,1 0-1,-1 1 1,1-1-1,-1 0 1,1 0-1,-1 0 1,0-1-1,0 1 1,1 0-1,-1 0 1,0-1-1,0 1 1,0 0-1,0-1 1,-1 1-1,1-1 1,0 1-1,-1-1 0,1 0 1,-1 1-1,1-4 1,1-6-6794</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6T13:11:50.753"/>
    </inkml:context>
    <inkml:brush xml:id="br0">
      <inkml:brushProperty name="width" value="0.035" units="cm"/>
      <inkml:brushProperty name="height" value="0.035" units="cm"/>
      <inkml:brushProperty name="color" value="#E71224"/>
    </inkml:brush>
  </inkml:definitions>
  <inkml:trace contextRef="#ctx0" brushRef="#br0">1 0 24575,'0'333'-1365,"0"-323"-5461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6T13:11:51.393"/>
    </inkml:context>
    <inkml:brush xml:id="br0">
      <inkml:brushProperty name="width" value="0.035" units="cm"/>
      <inkml:brushProperty name="height" value="0.035" units="cm"/>
      <inkml:brushProperty name="color" value="#E71224"/>
    </inkml:brush>
  </inkml:definitions>
  <inkml:trace contextRef="#ctx0" brushRef="#br0">0 6 24575,'2'0'0,"5"0"0,3 0 0,2 0 0,-1-2 0,-3-1-8191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6T13:11:52.623"/>
    </inkml:context>
    <inkml:brush xml:id="br0">
      <inkml:brushProperty name="width" value="0.035" units="cm"/>
      <inkml:brushProperty name="height" value="0.035" units="cm"/>
      <inkml:brushProperty name="color" value="#E71224"/>
    </inkml:brush>
  </inkml:definitions>
  <inkml:trace contextRef="#ctx0" brushRef="#br0">10 1 24575,'0'2'0,"0"2"0,0 6 0,0 4 0,0 2 0,-2 2 0,-1 0 0,1 0 0,0-3 0,2-2 0,4-5 0,3-2 0,0-4-8191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6T13:11:53.214"/>
    </inkml:context>
    <inkml:brush xml:id="br0">
      <inkml:brushProperty name="width" value="0.035" units="cm"/>
      <inkml:brushProperty name="height" value="0.035" units="cm"/>
      <inkml:brushProperty name="color" value="#E71224"/>
    </inkml:brush>
  </inkml:definitions>
  <inkml:trace contextRef="#ctx0" brushRef="#br0">0 18 24575,'4'-2'0,"6"-1"0,4 1 0,3 0 0,0-2 0,-1 0 0,-3 3 0,-4 2-8191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6T13:12:32.190"/>
    </inkml:context>
    <inkml:brush xml:id="br0">
      <inkml:brushProperty name="width" value="0.035" units="cm"/>
      <inkml:brushProperty name="height" value="0.035" units="cm"/>
      <inkml:brushProperty name="color" value="#E71224"/>
    </inkml:brush>
  </inkml:definitions>
  <inkml:trace contextRef="#ctx0" brushRef="#br0">0 3321 24575,'603'-306'0,"-508"259"0,401-224 0,-309 146 0,166-106 0,-233 151 0,-3-5 0,129-123 0,170-120 0,-248 203 0,126-110 0,72-53 0,-25 10 0,-84 62 0,-197 168 0,51-37 0,23-23 0,-53 39 0,96-80 0,-137 118-1365,-30 23-5461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6T13:12:39.337"/>
    </inkml:context>
    <inkml:brush xml:id="br0">
      <inkml:brushProperty name="width" value="0.035" units="cm"/>
      <inkml:brushProperty name="height" value="0.035" units="cm"/>
      <inkml:brushProperty name="color" value="#E71224"/>
    </inkml:brush>
  </inkml:definitions>
  <inkml:trace contextRef="#ctx0" brushRef="#br0">4 0 24575,'-1'38'0,"-1"-25"0,2-1 0,0 0 0,0 1 0,1-1 0,4 19 0,-4-28 0,1 0 0,0 0 0,0-1 0,0 1 0,0-1 0,0 0 0,1 0 0,-1 0 0,1 0 0,-1 0 0,1 0 0,0 0 0,0-1 0,-1 0 0,1 1 0,0-1 0,1 0 0,-1 0 0,0-1 0,0 1 0,0-1 0,0 1 0,6-1 0,-4 0 0,-1 1 0,1-1 0,0 0 0,0 0 0,0-1 0,0 1 0,0-1 0,-1 0 0,1 0 0,0-1 0,-1 0 0,1 1 0,-1-1 0,9-6 0,-11 6 0,1-1 0,-1 0 0,0-1 0,0 1 0,0 0 0,-1 0 0,1-1 0,-1 1 0,0-1 0,0 0 0,0 1 0,0-1 0,-1 0 0,0 1 0,1-1 0,-1 0 0,0 0 0,-1 1 0,1-1 0,-1 0 0,0 1 0,0-1 0,0 0 0,0 1 0,0-1 0,-1 1 0,0 0 0,1 0 0,-1-1 0,-1 1 0,1 0 0,0 0 0,-1 1 0,1-1 0,-1 0 0,0 1 0,0 0 0,0 0 0,0-1 0,0 2 0,-1-1 0,-4-2 0,-1 2-195,0 1 0,1-1 0,-1 1 0,0 1 0,0 0 0,-14 1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6T13:11:37.685"/>
    </inkml:context>
    <inkml:brush xml:id="br0">
      <inkml:brushProperty name="width" value="0.035" units="cm"/>
      <inkml:brushProperty name="height" value="0.035" units="cm"/>
      <inkml:brushProperty name="color" value="#E71224"/>
    </inkml:brush>
  </inkml:definitions>
  <inkml:trace contextRef="#ctx0" brushRef="#br0">14 0 24575,'-10'142'0,"9"-128"0,0-4 20,0 0 0,0 0 0,1 0 0,1 0 0,3 19 0,-4-26-65,1-1 0,0 0 0,-1 0 0,1 0 0,0 0 0,0 0 0,0 0 0,0 0 0,0 0 0,1-1 0,-1 1 0,1 0 0,-1-1 0,1 1 0,-1-1 0,1 1 0,0-1 0,0 0 0,0 0 0,-1 0 0,1 0 0,0 0 0,1 0 0,-1 0 0,0-1 0,0 1 0,0-1 0,0 1 0,0-1 0,1 0 0,-1 0 0,3 0 0,5-1-6781</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6T13:11:38.440"/>
    </inkml:context>
    <inkml:brush xml:id="br0">
      <inkml:brushProperty name="width" value="0.035" units="cm"/>
      <inkml:brushProperty name="height" value="0.035" units="cm"/>
      <inkml:brushProperty name="color" value="#E71224"/>
    </inkml:brush>
  </inkml:definitions>
  <inkml:trace contextRef="#ctx0" brushRef="#br0">3 30 24575,'-2'0'0,"9"-2"0,8-3 0,9 0 0,3 0 0,-2 2 0,0 0 0,-3 2 0,-5-2 0,-6 0-8191</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6T13:11:38.963"/>
    </inkml:context>
    <inkml:brush xml:id="br0">
      <inkml:brushProperty name="width" value="0.035" units="cm"/>
      <inkml:brushProperty name="height" value="0.035" units="cm"/>
      <inkml:brushProperty name="color" value="#E71224"/>
    </inkml:brush>
  </inkml:definitions>
  <inkml:trace contextRef="#ctx0" brushRef="#br0">17 1 24575,'0'2'0,"0"4"0,-2 2 0,-1 1 0,1 2 0,0 0 0,0 0 0,-1-1 0,0-2-8191</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6T13:11:39.330"/>
    </inkml:context>
    <inkml:brush xml:id="br0">
      <inkml:brushProperty name="width" value="0.035" units="cm"/>
      <inkml:brushProperty name="height" value="0.035" units="cm"/>
      <inkml:brushProperty name="color" value="#E71224"/>
    </inkml:brush>
  </inkml:definitions>
  <inkml:trace contextRef="#ctx0" brushRef="#br0">1 12 24575,'2'0'0,"4"-2"0,4-1 0,2 0 0,1 1 0,-2 1-8191</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6T13:11:40.861"/>
    </inkml:context>
    <inkml:brush xml:id="br0">
      <inkml:brushProperty name="width" value="0.035" units="cm"/>
      <inkml:brushProperty name="height" value="0.035" units="cm"/>
      <inkml:brushProperty name="color" value="#E71224"/>
    </inkml:brush>
  </inkml:definitions>
  <inkml:trace contextRef="#ctx0" brushRef="#br0">5 0 24575,'0'6'0,"-4"66"0,4-72 0,0 0 0,0 0 0,0 1 0,-1-1 0,1 0 0,0 0 0,0 0 0,0 1 0,0-1 0,0 0 0,0 0 0,0 1 0,0-1 0,0 0 0,0 0 0,0 0 0,0 1 0,0-1 0,0 0 0,0 0 0,0 0 0,0 1 0,0-1 0,1 0 0,-1 0 0,0 0 0,0 1 0,0-1 0,0 0 0,0 0 0,0 0 0,1 1 0,-1-1 0,0 0 0,0 0 0,0 0 0,0 0 0,1 0 0,-1 0 0,0 0 0,0 1 0,1-1 0,-1 0 0,0 0 0,0 0 0,0 0 0,1 0 0,-1 0 0,0 0 0,1 0 0,14-8 0,18-18 0,-31 25 0,8-9 0,-6 6 0,0 0 0,1 0 0,-1 1 0,1-1 0,0 1 0,7-4 0,-11 8 0,0-1 0,-1 1 0,1 0 0,0-1 0,-1 1 0,1 0 0,0-1 0,-1 1 0,1 0 0,-1 0 0,1 0 0,-1-1 0,1 1 0,-1 0 0,1 0 0,-1 0 0,0 0 0,0 0 0,1 0 0,-1 0 0,0 0 0,0 0 0,0 0 0,0 0 0,0 0 0,-1 1 0,9 21 0,-7-23 0,1 0 0,-1 0 0,1 0 0,-1 0 0,1 0 0,0 0 0,-1 0 0,1-1 0,-1 1 0,1 0 0,-1-1 0,1 1 0,-1-1 0,0 0 0,1 1 0,-1-1 0,0 0 0,1 0 0,-1 0 0,0 0 0,0 0 0,0 0 0,2-3 0,21-12 0,-23 16 0,0 0 0,0 0 0,0 0 0,-1-1 0,1 1 0,0 0 0,0 0 0,0 0 0,-1 0 0,1 0 0,0 1 0,0-1 0,0 0 0,-1 0 0,1 0 0,0 1 0,0-1 0,-1 0 0,1 1 0,0-1 0,-1 0 0,1 1 0,0-1 0,-1 1 0,1-1 0,-1 1 0,1 0 0,-1-1 0,1 1 0,0 1 0,11 22 0,-11-21 0,1 0 0,-1 1 0,1-1 0,-1 0 0,1 0 0,0 0 0,0 0 0,1 0 0,4 4 0,72 49-1365,-52-39-5461</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6T13:11:42.091"/>
    </inkml:context>
    <inkml:brush xml:id="br0">
      <inkml:brushProperty name="width" value="0.035" units="cm"/>
      <inkml:brushProperty name="height" value="0.035" units="cm"/>
      <inkml:brushProperty name="color" value="#E71224"/>
    </inkml:brush>
  </inkml:definitions>
  <inkml:trace contextRef="#ctx0" brushRef="#br0">11 135 24575,'4'-1'0,"1"0"0,-1 0 0,0 0 0,1-1 0,-1 1 0,0-1 0,0 0 0,0 0 0,0-1 0,0 1 0,0-1 0,-1 0 0,1 0 0,-1 0 0,0 0 0,4-5 0,-4 5 0,-1 1 0,0-1 0,1 0 0,-1 0 0,-1 0 0,1 0 0,0 0 0,-1-1 0,1 1 0,-1 0 0,0-1 0,0 1 0,0-1 0,-1 1 0,1-1 0,-1 1 0,0-1 0,0 0 0,0 1 0,0-1 0,-2-3 0,2 6 0,0 0 0,-1 0 0,1 0 0,-1 0 0,1 0 0,-1 0 0,1 1 0,-1-1 0,1 0 0,-1 0 0,0 0 0,0 1 0,1-1 0,-1 0 0,0 1 0,0-1 0,0 0 0,0 1 0,0-1 0,0 1 0,0 0 0,0-1 0,0 1 0,0 0 0,0-1 0,0 1 0,0 0 0,0 0 0,0 0 0,0 0 0,0 0 0,0 0 0,0 0 0,0 1 0,0-1 0,0 0 0,0 1 0,0-1 0,0 0 0,0 1 0,0-1 0,0 1 0,0-1 0,0 1 0,1 0 0,-2 0 0,-2 2 0,0 0 0,0 0 0,1 0 0,-1 0 0,1 0 0,0 1 0,0-1 0,0 1 0,-2 5 0,-15 40 0,18-45 0,1 0 0,-1 0 0,1 0 0,1 0 0,-1 1 0,1-1 0,-1 0 0,1 0 0,0 0 0,1 6 0,0-8 4,0-1 0,-1 0-1,1 0 1,0 0 0,0 1 0,0-1-1,0 0 1,0 0 0,1 0 0,-1 0-1,0-1 1,0 1 0,0 0 0,1 0-1,-1-1 1,1 1 0,-1-1 0,0 1-1,1-1 1,-1 0 0,1 1 0,-1-1-1,1 0 1,-1 0 0,1 0 0,-1 0-1,1 0 1,-1-1 0,1 1 0,-1 0-1,3-1 1,1 0-216,1 0 0,-1-1 0,1 1-1,-1-1 1,0 0 0,11-6 0,-10 3-6614</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6T13:12:41.069"/>
    </inkml:context>
    <inkml:brush xml:id="br0">
      <inkml:brushProperty name="width" value="0.035" units="cm"/>
      <inkml:brushProperty name="height" value="0.035" units="cm"/>
      <inkml:brushProperty name="color" value="#E71224"/>
    </inkml:brush>
  </inkml:definitions>
  <inkml:trace contextRef="#ctx0" brushRef="#br0">1 1 24575,'0'2'0,"0"2"0,0 4 0,0 1 0,0 2 0,0 1 0,0 0 0,0 0 0,0 1 0,0-1 0,0 0 0,0 0 0,0 0 0,0 0 0,0 0 0,0 0 0,0-2-8191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6T13:12:43.168"/>
    </inkml:context>
    <inkml:brush xml:id="br0">
      <inkml:brushProperty name="width" value="0.035" units="cm"/>
      <inkml:brushProperty name="height" value="0.035" units="cm"/>
      <inkml:brushProperty name="color" value="#E71224"/>
    </inkml:brush>
  </inkml:definitions>
  <inkml:trace contextRef="#ctx0" brushRef="#br0">1 37 24575,'0'-1'0,"0"-1"0,0 1 0,0-1 0,1 0 0,-1 1 0,0-1 0,1 1 0,0-1 0,-1 1 0,1-1 0,0 1 0,0 0 0,-1-1 0,1 1 0,0 0 0,0-1 0,1 1 0,-1 0 0,0 0 0,0 0 0,0 0 0,1 0 0,-1 0 0,1 1 0,-1-1 0,1 0 0,-1 1 0,1-1 0,-1 1 0,1-1 0,-1 1 0,1 0 0,-1 0 0,1-1 0,0 1 0,-1 0 0,1 1 0,-1-1 0,4 1 0,-1-1 0,0 0 0,0 1 0,-1 0 0,1-1 0,0 1 0,0 1 0,-1-1 0,1 1 0,-1-1 0,1 1 0,-1 0 0,0 0 0,0 1 0,0-1 0,6 5 0,-4 3 0,0-1 0,-1 1 0,0-1 0,0 1 0,-1 0 0,0 1 0,-1-1 0,0 0 0,0 1 0,-1-1 0,-1 1 0,-1 19 0,0-26 0,0-1 0,-1 1 0,1-1 0,-1 0 0,0 0 0,0 0 0,0 0 0,-1 0 0,1-1 0,-1 1 0,1 0 0,-1-1 0,0 0 0,0 0 0,0 0 0,0 0 0,-5 2 0,4-1 0,12-1 0,0-1 0,0 1 0,0-1 0,0-1 0,14 1 0,7-2-118,0 0-132,-1 1 1,1 1 0,-1 2-1,52 11 1,-68-11-6577</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6T13:10:51.484"/>
    </inkml:context>
    <inkml:brush xml:id="br0">
      <inkml:brushProperty name="width" value="0.035" units="cm"/>
      <inkml:brushProperty name="height" value="0.035" units="cm"/>
      <inkml:brushProperty name="color" value="#E71224"/>
    </inkml:brush>
  </inkml:definitions>
  <inkml:trace contextRef="#ctx0" brushRef="#br0">0 1 24575,'7'27'0,"-1"0"0,-2 1 0,0-1 0,-2 1 0,-2 34 0,4 38 0,50 214 0,-28-190 0,93 505 0,-99-517 0,9 151 0,-19 389 0,-10 778 0,-12-1155 0,12-243 0,-9 232 0,6-197-1365,3-57-5461</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6T13:10:52.914"/>
    </inkml:context>
    <inkml:brush xml:id="br0">
      <inkml:brushProperty name="width" value="0.035" units="cm"/>
      <inkml:brushProperty name="height" value="0.035" units="cm"/>
      <inkml:brushProperty name="color" value="#E71224"/>
    </inkml:brush>
  </inkml:definitions>
  <inkml:trace contextRef="#ctx0" brushRef="#br0">1 24 24575,'0'-1'0,"0"0"0,1 0 0,-1 0 0,1 0 0,-1 0 0,1 0 0,-1 0 0,1 0 0,0 0 0,0 0 0,-1 0 0,1 0 0,0 0 0,0 0 0,0 1 0,0-1 0,0 0 0,0 1 0,0-1 0,0 0 0,0 1 0,0 0 0,0-1 0,1 1 0,-1 0 0,0-1 0,0 1 0,0 0 0,3 0 0,39-3 0,-39 3 0,180 1-1365,-173-1-5461</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6T13:12:46.968"/>
    </inkml:context>
    <inkml:brush xml:id="br0">
      <inkml:brushProperty name="width" value="0.035" units="cm"/>
      <inkml:brushProperty name="height" value="0.035" units="cm"/>
      <inkml:brushProperty name="color" value="#E71224"/>
    </inkml:brush>
  </inkml:definitions>
  <inkml:trace contextRef="#ctx0" brushRef="#br0">57 241 24575,'8'-1'0,"1"0"0,-1 0 0,0-1 0,0 0 0,0 0 0,0-1 0,0 0 0,0 0 0,7-5 0,-13 7 0,0 0 0,0 0 0,0 0 0,0 0 0,-1 0 0,1-1 0,0 1 0,0 0 0,-1-1 0,1 0 0,-1 1 0,1-1 0,-1 0 0,0 0 0,0 0 0,0 0 0,0 0 0,0 0 0,0 0 0,0 0 0,-1 0 0,1 0 0,-1 0 0,1 0 0,-1-1 0,0 1 0,0 0 0,0 0 0,0-1 0,0 1 0,-1 0 0,1 0 0,-1 0 0,1 0 0,-1-1 0,0 1 0,0 0 0,-1-2 0,0 2 0,1 0 0,-1-1 0,0 1 0,0 0 0,0 1 0,0-1 0,-1 0 0,1 1 0,0-1 0,-1 1 0,1 0 0,-5-2 0,-16-10 0,24 11 0,0-1 0,1 1 0,-1-1 0,0 1 0,1-1 0,-1 1 0,1 0 0,0 0 0,0 0 0,0 0 0,0 0 0,3-2 0,5-7 0,-8 10 0,-1 0 0,0-1 0,0 1 0,0-1 0,-1 1 0,1-1 0,0 1 0,0-1 0,-1 1 0,1-1 0,-1 0 0,1 1 0,-1-1 0,0 0 0,0 1 0,0-1 0,0 0 0,0 1 0,0-1 0,0 0 0,0 1 0,-1-3 0,0 3 0,0-1 0,0 1 0,0 0 0,-1-1 0,1 1 0,0 0 0,0 0 0,-1 0 0,1 0 0,-1 0 0,1 0 0,-1 0 0,1 1 0,-1-1 0,0 1 0,1-1 0,-4 0 0,-9-1 0,0 0 0,-1 1 0,1 1 0,-16 1 0,18-1 0,-6 1-1365,3-1-5461</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6T13:12:52.94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6T13:12:53.370"/>
    </inkml:context>
    <inkml:brush xml:id="br0">
      <inkml:brushProperty name="width" value="0.035" units="cm"/>
      <inkml:brushProperty name="height" value="0.035" units="cm"/>
      <inkml:brushProperty name="color" value="#E71224"/>
    </inkml:brush>
  </inkml:definitions>
  <inkml:trace contextRef="#ctx0" brushRef="#br0">0 0 24575,'0'0'-8191</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6T13:12:53.75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6T13:12:54.134"/>
    </inkml:context>
    <inkml:brush xml:id="br0">
      <inkml:brushProperty name="width" value="0.035" units="cm"/>
      <inkml:brushProperty name="height" value="0.035" units="cm"/>
      <inkml:brushProperty name="color" value="#E71224"/>
    </inkml:brush>
  </inkml:definitions>
  <inkml:trace contextRef="#ctx0" brushRef="#br0">1 1 24575,'0'0'-8191</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6T13:12:54.467"/>
    </inkml:context>
    <inkml:brush xml:id="br0">
      <inkml:brushProperty name="width" value="0.035" units="cm"/>
      <inkml:brushProperty name="height" value="0.035" units="cm"/>
      <inkml:brushProperty name="color" value="#E71224"/>
    </inkml:brush>
  </inkml:definitions>
  <inkml:trace contextRef="#ctx0" brushRef="#br0">1 1 24575</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6T13:12:56.736"/>
    </inkml:context>
    <inkml:brush xml:id="br0">
      <inkml:brushProperty name="width" value="0.035" units="cm"/>
      <inkml:brushProperty name="height" value="0.035" units="cm"/>
      <inkml:brushProperty name="color" value="#E71224"/>
    </inkml:brush>
  </inkml:definitions>
  <inkml:trace contextRef="#ctx0" brushRef="#br0">1 1 24575,'0'0'-8191</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6T13:12:57.137"/>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6T13:12:57.528"/>
    </inkml:context>
    <inkml:brush xml:id="br0">
      <inkml:brushProperty name="width" value="0.035" units="cm"/>
      <inkml:brushProperty name="height" value="0.035" units="cm"/>
      <inkml:brushProperty name="color" value="#E71224"/>
    </inkml:brush>
  </inkml:definitions>
  <inkml:trace contextRef="#ctx0" brushRef="#br0">1 1 24575,'0'0'-8191</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6T13:12:58.13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6T13:12:48.721"/>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6T13:12:49.184"/>
    </inkml:context>
    <inkml:brush xml:id="br0">
      <inkml:brushProperty name="width" value="0.035" units="cm"/>
      <inkml:brushProperty name="height" value="0.035" units="cm"/>
      <inkml:brushProperty name="color" value="#E71224"/>
    </inkml:brush>
  </inkml:definitions>
  <inkml:trace contextRef="#ctx0" brushRef="#br0">1 1 24575,'0'0'-8191</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6T13:12:49.619"/>
    </inkml:context>
    <inkml:brush xml:id="br0">
      <inkml:brushProperty name="width" value="0.035" units="cm"/>
      <inkml:brushProperty name="height" value="0.035" units="cm"/>
      <inkml:brushProperty name="color" value="#E71224"/>
    </inkml:brush>
  </inkml:definitions>
  <inkml:trace contextRef="#ctx0" brushRef="#br0">1 1 24575,'0'0'-8191</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6T13:12:50.060"/>
    </inkml:context>
    <inkml:brush xml:id="br0">
      <inkml:brushProperty name="width" value="0.035" units="cm"/>
      <inkml:brushProperty name="height" value="0.035" units="cm"/>
      <inkml:brushProperty name="color" value="#E71224"/>
    </inkml:brush>
  </inkml:definitions>
  <inkml:trace contextRef="#ctx0" brushRef="#br0">0 0 24575,'0'0'-8191</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6T13:13:07.149"/>
    </inkml:context>
    <inkml:brush xml:id="br0">
      <inkml:brushProperty name="width" value="0.035" units="cm"/>
      <inkml:brushProperty name="height" value="0.035" units="cm"/>
      <inkml:brushProperty name="color" value="#E71224"/>
    </inkml:brush>
  </inkml:definitions>
  <inkml:trace contextRef="#ctx0" brushRef="#br0">0 1 24575,'7'91'0,"-3"-62"0,7 43 0,-6-47 0,-1 0 0,1 41 0,-5 195-1365,0-251-5461</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6T13:13:08.383"/>
    </inkml:context>
    <inkml:brush xml:id="br0">
      <inkml:brushProperty name="width" value="0.035" units="cm"/>
      <inkml:brushProperty name="height" value="0.035" units="cm"/>
      <inkml:brushProperty name="color" value="#E71224"/>
    </inkml:brush>
  </inkml:definitions>
  <inkml:trace contextRef="#ctx0" brushRef="#br0">0 1 24575,'4'0'0,"4"0"0,3 0 0,4 0 0,-1 0 0,5 0 0,3 0 0,3 0 0,0 0 0,-1 0 0,-1 0 0,-2 0 0,-2 0 0,-2 0 0,-4 0-8191</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6T13:13:09.670"/>
    </inkml:context>
    <inkml:brush xml:id="br0">
      <inkml:brushProperty name="width" value="0.035" units="cm"/>
      <inkml:brushProperty name="height" value="0.035" units="cm"/>
      <inkml:brushProperty name="color" value="#E71224"/>
    </inkml:brush>
  </inkml:definitions>
  <inkml:trace contextRef="#ctx0" brushRef="#br0">0 0 24575,'285'0'-1365,"-275"0"-5461</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6T13:12:55.264"/>
    </inkml:context>
    <inkml:brush xml:id="br0">
      <inkml:brushProperty name="width" value="0.035" units="cm"/>
      <inkml:brushProperty name="height" value="0.035" units="cm"/>
      <inkml:brushProperty name="color" value="#E71224"/>
    </inkml:brush>
  </inkml:definitions>
  <inkml:trace contextRef="#ctx0" brushRef="#br0">0 0 24575,'0'0'-8191</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6T13:12:55.615"/>
    </inkml:context>
    <inkml:brush xml:id="br0">
      <inkml:brushProperty name="width" value="0.035" units="cm"/>
      <inkml:brushProperty name="height" value="0.035" units="cm"/>
      <inkml:brushProperty name="color" value="#E71224"/>
    </inkml:brush>
  </inkml:definitions>
  <inkml:trace contextRef="#ctx0" brushRef="#br0">1 1 24575,'0'2'0</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6T13:12:55.966"/>
    </inkml:context>
    <inkml:brush xml:id="br0">
      <inkml:brushProperty name="width" value="0.035" units="cm"/>
      <inkml:brushProperty name="height" value="0.035" units="cm"/>
      <inkml:brushProperty name="color" value="#E71224"/>
    </inkml:brush>
  </inkml:definitions>
  <inkml:trace contextRef="#ctx0" brushRef="#br0">0 1 24575,'0'2'0</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6T13:12:56.365"/>
    </inkml:context>
    <inkml:brush xml:id="br0">
      <inkml:brushProperty name="width" value="0.035" units="cm"/>
      <inkml:brushProperty name="height" value="0.035" units="cm"/>
      <inkml:brushProperty name="color" value="#E71224"/>
    </inkml:brush>
  </inkml:definitions>
  <inkml:trace contextRef="#ctx0" brushRef="#br0">0 0 24575,'0'2'0</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6T13:13:22.930"/>
    </inkml:context>
    <inkml:brush xml:id="br0">
      <inkml:brushProperty name="width" value="0.035" units="cm"/>
      <inkml:brushProperty name="height" value="0.035" units="cm"/>
      <inkml:brushProperty name="color" value="#E71224"/>
    </inkml:brush>
  </inkml:definitions>
  <inkml:trace contextRef="#ctx0" brushRef="#br0">3 1 24575,'-2'138'0,"4"148"0,6-174 0,7 183 0,-15 466 0,13-628 0,-14 104-1365,1-224-5461</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6T13:13:23.821"/>
    </inkml:context>
    <inkml:brush xml:id="br0">
      <inkml:brushProperty name="width" value="0.035" units="cm"/>
      <inkml:brushProperty name="height" value="0.035" units="cm"/>
      <inkml:brushProperty name="color" value="#E71224"/>
    </inkml:brush>
  </inkml:definitions>
  <inkml:trace contextRef="#ctx0" brushRef="#br0">0 49 24575,'84'-1'0,"163"-23"0,-192 14-455,-1 3 0,80 0 0,-124 7-6371</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6T13:13:25.538"/>
    </inkml:context>
    <inkml:brush xml:id="br0">
      <inkml:brushProperty name="width" value="0.035" units="cm"/>
      <inkml:brushProperty name="height" value="0.035" units="cm"/>
      <inkml:brushProperty name="color" value="#E71224"/>
    </inkml:brush>
  </inkml:definitions>
  <inkml:trace contextRef="#ctx0" brushRef="#br0">0 60 24575,'3'-2'0,"0"0"0,-1 0 0,1 0 0,0 0 0,0 1 0,0-1 0,0 1 0,0 0 0,1 0 0,-1 0 0,0 0 0,5 0 0,2-2 0,33-7 0,1 1 0,89-7 0,-127 16 0,112-3-44,-76 4-1277,-32-1-5505</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6T13:13:26.852"/>
    </inkml:context>
    <inkml:brush xml:id="br0">
      <inkml:brushProperty name="width" value="0.035" units="cm"/>
      <inkml:brushProperty name="height" value="0.035" units="cm"/>
      <inkml:brushProperty name="color" value="#E71224"/>
    </inkml:brush>
  </inkml:definitions>
  <inkml:trace contextRef="#ctx0" brushRef="#br0">1 67 24575,'34'-1'0,"0"-3"0,56-12 0,9-1 0,210-5 0,-258 18-1365,-30 2-5461</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6T13:14:11.604"/>
    </inkml:context>
    <inkml:brush xml:id="br0">
      <inkml:brushProperty name="width" value="0.035" units="cm"/>
      <inkml:brushProperty name="height" value="0.035" units="cm"/>
      <inkml:brushProperty name="color" value="#E71224"/>
    </inkml:brush>
  </inkml:definitions>
  <inkml:trace contextRef="#ctx0" brushRef="#br0">1 1 24575,'12'131'0,"-12"23"-1365,0-144-5461</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6T13:14:17.519"/>
    </inkml:context>
    <inkml:brush xml:id="br0">
      <inkml:brushProperty name="width" value="0.035" units="cm"/>
      <inkml:brushProperty name="height" value="0.035" units="cm"/>
      <inkml:brushProperty name="color" value="#E71224"/>
    </inkml:brush>
  </inkml:definitions>
  <inkml:trace contextRef="#ctx0" brushRef="#br0">1 12 24575,'8'1'0,"0"0"0,0 1 0,0 0 0,-1 0 0,1 1 0,0 0 0,-1 0 0,0 1 0,0 0 0,0 0 0,0 1 0,8 7 0,4 1 0,-17-12 2,0 0 0,0 0 0,0-1 0,0 1-1,1-1 1,-1 1 0,0-1 0,0 0 0,0 0 0,0 0-1,0 0 1,1 0 0,-1 0 0,0-1 0,0 1 0,0-1-1,0 1 1,0-1 0,0 0 0,0 0 0,0 0 0,0 0-1,2-1 1,49-37-232,-31 21-949,-8 9-5647</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6T13:12:51.459"/>
    </inkml:context>
    <inkml:brush xml:id="br0">
      <inkml:brushProperty name="width" value="0.035" units="cm"/>
      <inkml:brushProperty name="height" value="0.035" units="cm"/>
      <inkml:brushProperty name="color" value="#E71224"/>
    </inkml:brush>
  </inkml:definitions>
  <inkml:trace contextRef="#ctx0" brushRef="#br0">0 0 24575,'0'0'-8191</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6T13:12:51.825"/>
    </inkml:context>
    <inkml:brush xml:id="br0">
      <inkml:brushProperty name="width" value="0.035" units="cm"/>
      <inkml:brushProperty name="height" value="0.035" units="cm"/>
      <inkml:brushProperty name="color" value="#E71224"/>
    </inkml:brush>
  </inkml:definitions>
  <inkml:trace contextRef="#ctx0" brushRef="#br0">1 1 24575</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6T13:12:52.181"/>
    </inkml:context>
    <inkml:brush xml:id="br0">
      <inkml:brushProperty name="width" value="0.035" units="cm"/>
      <inkml:brushProperty name="height" value="0.035" units="cm"/>
      <inkml:brushProperty name="color" value="#E71224"/>
    </inkml:brush>
  </inkml:definitions>
  <inkml:trace contextRef="#ctx0" brushRef="#br0">1 1 24575,'0'0'-8191</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6T13:12:52.535"/>
    </inkml:context>
    <inkml:brush xml:id="br0">
      <inkml:brushProperty name="width" value="0.035" units="cm"/>
      <inkml:brushProperty name="height" value="0.035" units="cm"/>
      <inkml:brushProperty name="color" value="#E71224"/>
    </inkml:brush>
  </inkml:definitions>
  <inkml:trace contextRef="#ctx0" brushRef="#br0">1 1 24575</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6T13:13:12.244"/>
    </inkml:context>
    <inkml:brush xml:id="br0">
      <inkml:brushProperty name="width" value="0.035" units="cm"/>
      <inkml:brushProperty name="height" value="0.035" units="cm"/>
      <inkml:brushProperty name="color" value="#E71224"/>
    </inkml:brush>
  </inkml:definitions>
  <inkml:trace contextRef="#ctx0" brushRef="#br0">1 1 24575,'15'255'0,"-6"-140"0,2-15 0,1 61 0,-12 525-1365,0-676-5461</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6T13:13:13.131"/>
    </inkml:context>
    <inkml:brush xml:id="br0">
      <inkml:brushProperty name="width" value="0.035" units="cm"/>
      <inkml:brushProperty name="height" value="0.035" units="cm"/>
      <inkml:brushProperty name="color" value="#E71224"/>
    </inkml:brush>
  </inkml:definitions>
  <inkml:trace contextRef="#ctx0" brushRef="#br0">0 13 24575,'532'-13'0,"-457"14"-1365,-57-1-5461</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6T13:13:14.541"/>
    </inkml:context>
    <inkml:brush xml:id="br0">
      <inkml:brushProperty name="width" value="0.035" units="cm"/>
      <inkml:brushProperty name="height" value="0.035" units="cm"/>
      <inkml:brushProperty name="color" value="#E71224"/>
    </inkml:brush>
  </inkml:definitions>
  <inkml:trace contextRef="#ctx0" brushRef="#br0">0 0 24575,'571'0'-1365,"-561"0"-5461</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6T13:14:14.538"/>
    </inkml:context>
    <inkml:brush xml:id="br0">
      <inkml:brushProperty name="width" value="0.035" units="cm"/>
      <inkml:brushProperty name="height" value="0.035" units="cm"/>
      <inkml:brushProperty name="color" value="#E71224"/>
    </inkml:brush>
  </inkml:definitions>
  <inkml:trace contextRef="#ctx0" brushRef="#br0">0 0 24575,'1'15'0,"0"-1"0,1 0 0,1 1 0,0-1 0,10 26 0,34 68 0,-11-31 0,-14-11 0,-2 0 0,15 96 0,-14-61 0,25 146 0,-33-173 0,4 108 0,-11-95 0,-5-77-1365,2-3-5461</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6T13:14:15.971"/>
    </inkml:context>
    <inkml:brush xml:id="br0">
      <inkml:brushProperty name="width" value="0.035" units="cm"/>
      <inkml:brushProperty name="height" value="0.035" units="cm"/>
      <inkml:brushProperty name="color" value="#E71224"/>
    </inkml:brush>
  </inkml:definitions>
  <inkml:trace contextRef="#ctx0" brushRef="#br0">1 0 24575,'0'1'0,"0"0"0,-1-1 0,1 1 0,0 0 0,0 0 0,0 0 0,0-1 0,0 1 0,0 0 0,0 0 0,0-1 0,0 1 0,1 0 0,-1 0 0,0-1 0,0 1 0,1 0 0,-1 0 0,0-1 0,1 1 0,-1 0 0,1 0 0,11 25 0,-11-24 0,44 70 0,-45-72 0,1 0 0,0 1 0,-1-1 0,1 0 0,-1 1 0,1-1 0,-1 0 0,1 0 0,0 1 0,-1-1 0,1 0 0,-1 0 0,1 0 0,0 0 0,-1 0 0,1 0 0,0 0 0,-1 0 0,1 0 0,-1 0 0,1 0 0,0-1 0,-1 1 0,1 0 0,-1 0 0,1-1 0,0 1 0,-1 0 0,1-1 0,-1 1 0,1 0 0,-1-1 0,0 1 0,1-1 0,-1 1 0,1-1 0,-1 1 0,0-1 0,1 1 0,0-2 0,22-27 0,-17 21 0,15-18-1365,-12 15-5461</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6T13:14:20.166"/>
    </inkml:context>
    <inkml:brush xml:id="br0">
      <inkml:brushProperty name="width" value="0.035" units="cm"/>
      <inkml:brushProperty name="height" value="0.035" units="cm"/>
      <inkml:brushProperty name="color" value="#E71224"/>
    </inkml:brush>
  </inkml:definitions>
  <inkml:trace contextRef="#ctx0" brushRef="#br0">1 1 24575,'24'2'0,"0"1"0,1 1 0,-1 1 0,-1 2 0,42 16 0,-30-11 0,54 14 0,-48-16 0,59 22 0,-26-7 0,210 87 0,-63-12 0,-194-88 0,34 21 0,-33-17 0,117 65 0,-133-76 0,1 0 0,-1 0 0,1-1 0,0-1 0,15 3 0,14 3 0,8 4-1365,-36-10-5461</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6T13:14:21.182"/>
    </inkml:context>
    <inkml:brush xml:id="br0">
      <inkml:brushProperty name="width" value="0.035" units="cm"/>
      <inkml:brushProperty name="height" value="0.035" units="cm"/>
      <inkml:brushProperty name="color" value="#E71224"/>
    </inkml:brush>
  </inkml:definitions>
  <inkml:trace contextRef="#ctx0" brushRef="#br0">38 0 24575,'1'5'0,"1"-1"0,-1 1 0,1-1 0,0 0 0,0 0 0,1 0 0,-1 0 0,1 0 0,0 0 0,0-1 0,0 0 0,1 1 0,-1-1 0,8 5 0,15 18 0,-24-24 0,0 1 0,0-1 0,0 0 0,-1 1 0,1-1 0,-1 1 0,0 0 0,0 0 0,0-1 0,0 1 0,0 0 0,0 0 0,-1 0 0,1 0 0,-1 0 0,0 0 0,0-1 0,0 1 0,0 0 0,-1 0 0,0 5 0,-3-1 0,0 0 0,0 0 0,0 0 0,0 0 0,-1-1 0,-10 11 0,-58 54-1365,60-58-5461</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6T13:14:23.220"/>
    </inkml:context>
    <inkml:brush xml:id="br0">
      <inkml:brushProperty name="width" value="0.035" units="cm"/>
      <inkml:brushProperty name="height" value="0.035" units="cm"/>
      <inkml:brushProperty name="color" value="#E71224"/>
    </inkml:brush>
  </inkml:definitions>
  <inkml:trace contextRef="#ctx0" brushRef="#br0">1 240 24575,'23'-2'0,"0"-1"0,0 0 0,42-13 0,-1 0 0,540-89 0,-303 57 0,-246 41 0,94 1 0,-23 2 0,-32-2 0,393-16 0,-356 20 0,109 5 0,-190 3-682,65 16-1,-105-19-6143</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6T13:14:24.379"/>
    </inkml:context>
    <inkml:brush xml:id="br0">
      <inkml:brushProperty name="width" value="0.035" units="cm"/>
      <inkml:brushProperty name="height" value="0.035" units="cm"/>
      <inkml:brushProperty name="color" value="#E71224"/>
    </inkml:brush>
  </inkml:definitions>
  <inkml:trace contextRef="#ctx0" brushRef="#br0">54 1 24575,'6'5'0,"0"-1"0,0 1 0,1-1 0,-1-1 0,1 1 0,8 2 0,-8-3 0,-1 0 0,0 0 0,0 0 0,0 1 0,0-1 0,-1 1 0,7 6 0,-11-8 0,0-1 0,-1 0 0,1 1 0,0-1 0,0 0 0,-1 1 0,1-1 0,-1 1 0,0-1 0,1 1 0,-1-1 0,0 1 0,0-1 0,0 1 0,0-1 0,0 1 0,0-1 0,0 1 0,0-1 0,-1 1 0,1-1 0,-1 1 0,1-1 0,-1 1 0,0-1 0,1 0 0,-1 1 0,0-1 0,0 0 0,0 0 0,0 1 0,-1 0 0,-6 7 0,-1 0 0,0 0 0,-12 8 0,4-2 0,-67 75-1365,75-78-5461</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6T14:13:15.343"/>
    </inkml:context>
    <inkml:brush xml:id="br0">
      <inkml:brushProperty name="width" value="0.035" units="cm"/>
      <inkml:brushProperty name="height" value="0.035" units="cm"/>
      <inkml:brushProperty name="color" value="#E71224"/>
    </inkml:brush>
  </inkml:definitions>
  <inkml:trace contextRef="#ctx0" brushRef="#br0">1 4782 24575,'10'-1'0,"-1"-1"0,1 0 0,-1-1 0,0 0 0,1 0 0,-1-1 0,10-5 0,14-6 0,12-2 0,74-26 0,-2-5 0,149-85 0,-82 34 0,-109 62 0,117-79 0,332-225 0,-443 292 0,-3-5 0,127-112 0,-172 134 0,-2-2 0,-1-2 0,-2 0 0,45-78 0,-39 52 0,-4 0 0,28-80 0,33-139 0,-31 88 0,-20 64 0,26-147 0,-13 1 0,-2 4 0,36-313 0,-72 458 0,10-248 0,-8 82 0,-12 242 0,2-1 0,3 2 0,22-72 0,-24 95-1365,-2 6-5461</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6T14:17:30.010"/>
    </inkml:context>
    <inkml:brush xml:id="br0">
      <inkml:brushProperty name="width" value="0.035" units="cm"/>
      <inkml:brushProperty name="height" value="0.035" units="cm"/>
      <inkml:brushProperty name="color" value="#E71224"/>
    </inkml:brush>
  </inkml:definitions>
  <inkml:trace contextRef="#ctx0" brushRef="#br0">0 1 24575,'318'13'0,"-265"-13"-1365,-42 0-5461</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6T14:17:32.181"/>
    </inkml:context>
    <inkml:brush xml:id="br0">
      <inkml:brushProperty name="width" value="0.035" units="cm"/>
      <inkml:brushProperty name="height" value="0.035" units="cm"/>
      <inkml:brushProperty name="color" value="#E71224"/>
    </inkml:brush>
  </inkml:definitions>
  <inkml:trace contextRef="#ctx0" brushRef="#br0">1 940 24575,'-1'2'0,"1"1"0,0 0 0,0 0 0,0-1 0,1 1 0,-1 0 0,1 0 0,-1-1 0,1 1 0,0 0 0,0-1 0,0 1 0,0-1 0,0 1 0,1-1 0,-1 0 0,1 0 0,0 1 0,-1-1 0,5 3 0,-1-2 0,-1-2 0,0 1 0,1 0 0,-1-1 0,1 0 0,-1 0 0,1 0 0,0 0 0,-1-1 0,1 0 0,8-1 0,38 1 0,0-3 0,0-2 0,64-14 0,-4-10 0,-2-5 0,124-58 0,-78 31 0,250-63 0,-385 119 0,345-98 0,383-98 0,-671 184 0,1 0 0,-2-2 0,103-41 0,-71 12 0,-6 12 0,79-25 0,-128 46 0,-19 5 0,1 2 0,50-7 0,97-10-1365,-169 24-5461</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6T13:25:09.646"/>
    </inkml:context>
    <inkml:brush xml:id="br0">
      <inkml:brushProperty name="width" value="0.035" units="cm"/>
      <inkml:brushProperty name="height" value="0.035" units="cm"/>
      <inkml:brushProperty name="color" value="#E71224"/>
    </inkml:brush>
  </inkml:definitions>
  <inkml:trace contextRef="#ctx0" brushRef="#br0">1406 0 24575,'-1'1'0,"-1"-1"0,1 1 0,0-1 0,-1 1 0,1 0 0,0-1 0,0 1 0,-1 0 0,1 0 0,0 0 0,0 0 0,0 0 0,0 0 0,0 0 0,0 1 0,0-1 0,1 0 0,-2 2 0,-16 30 0,12-22 0,-103 190 0,-98 167 0,-285 398 0,388-618 0,-68 111 0,152-226 0,-115 212 0,90-134 0,17-37 0,23-62-273,-1 1 0,-1-1 0,1 0 0,-11 12 0,11-17-6553</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6T13:59:00.272"/>
    </inkml:context>
    <inkml:brush xml:id="br0">
      <inkml:brushProperty name="width" value="0.035" units="cm"/>
      <inkml:brushProperty name="height" value="0.035" units="cm"/>
      <inkml:brushProperty name="color" value="#E71224"/>
    </inkml:brush>
  </inkml:definitions>
  <inkml:trace contextRef="#ctx0" brushRef="#br0">1 1 24575,'36'2'0,"0"2"0,0 2 0,0 1 0,43 16 0,8 0 0,285 55 0,-61-13 0,241 104 0,-479-144 0,1022 383 0,-987-358 0,-3 4 0,183 127 0,165 175 0,312 199 0,-375-319 0,-113-73 0,243 137 0,-102-62 0,-145-84 0,345 140 0,-401-192 0,-44-19 0,-76-33 0,-68-33 0,1-1 0,0-2 0,1-1 0,51 14 0,-21-18 0,-45-7 0,0 0 0,0 1 0,0 0 0,0 1 0,-1 1 0,1 0 0,-1 1 0,16 10 0,-21-8 0,-1 1 0,0 1 0,-1-1 0,0 2 0,13 21 0,1-1 0,186 304 0,-159-246 0,-37-69 0,21 39 0,59 78 0,-69-104 0,-1 1 0,26 56 0,-36-64 0,1 0 0,1-1 0,1-1 0,1 0 0,2-1 0,29 31 0,-41-50 0,1 0 0,-1 0 0,1 0 0,1-1 0,-1 0 0,0 0 0,1-1 0,-1 0 0,1 0 0,0-1 0,9 1 0,-10-1 0,0-1 0,-1 1 0,1 0 0,0 1 0,-1 0 0,1 0 0,-1 0 0,1 1 0,-1 0 0,0 0 0,0 0 0,0 1 0,-1 0 0,8 7 0,4 20-1365,-12-23-5461</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6T14:02:52.342"/>
    </inkml:context>
    <inkml:brush xml:id="br0">
      <inkml:brushProperty name="width" value="0.035" units="cm"/>
      <inkml:brushProperty name="height" value="0.035" units="cm"/>
      <inkml:brushProperty name="color" value="#E71224"/>
    </inkml:brush>
  </inkml:definitions>
  <inkml:trace contextRef="#ctx0" brushRef="#br0">1 35 24575,'23'-8'0,"-23"7"0,1 1 0,-1-1 0,1 1 0,0-1 0,0 1 0,-1 0 0,1-1 0,0 1 0,0 0 0,-1-1 0,1 1 0,0 0 0,0 0 0,0 0 0,-1 0 0,1 0 0,0 0 0,0 0 0,0 0 0,0 0 0,-1 0 0,1 0 0,0 0 0,0 1 0,0-1 0,-1 0 0,1 1 0,0-1 0,0 0 0,-1 1 0,1-1 0,0 1 0,-1-1 0,1 1 0,0-1 0,-1 1 0,1 0 0,-1-1 0,1 1 0,-1 0 0,1-1 0,-1 1 0,0 0 0,1 0 0,-1-1 0,0 1 0,0 0 0,1 0 0,-1 0 0,0 1 0,0-1 0,1 1 0,0 0 0,-1 0 0,1-1 0,0 1 0,0 0 0,0-1 0,0 1 0,0-1 0,0 0 0,0 1 0,1-1 0,-1 0 0,0 1 0,1-1 0,-1 0 0,1 0 0,-1 0 0,1-1 0,2 2 0,-2-2 0,0-1 0,0 0 0,0 0 0,0 0 0,0 0 0,0 0 0,0 0 0,0-1 0,-1 1 0,1 0 0,-1-1 0,1 0 0,-1 1 0,1-1 0,-1 0 0,0 0 0,2-3 0,3-4 0,-3 5 0,-1 1 0,0-1 0,1 1 0,-1 0 0,1 0 0,0 0 0,0 0 0,4-3 0,-7 6 0,1 0 0,-1 0 0,1 0 0,-1 0 0,0 0 0,1-1 0,-1 1 0,1 0 0,-1 0 0,1 0 0,-1 0 0,1 0 0,-1 0 0,0 1 0,1-1 0,-1 0 0,1 0 0,-1 0 0,1 0 0,-1 0 0,0 1 0,1-1 0,-1 0 0,1 0 0,-1 1 0,0-1 0,1 0 0,-1 1 0,12 24 0,-12-24 0,0 0 0,0 0 0,0 0 0,0 0 0,0 0 0,0 0 0,1 0 0,-1-1 0,0 1 0,1 0 0,-1 0 0,1 0 0,-1 0 0,1 0 0,-1 0 0,1-1 0,-1 1 0,1 0 0,0 0 0,0-1 0,-1 1 0,1 0 0,0-1 0,0 1 0,0-1 0,0 1 0,0-1 0,-1 0 0,1 1 0,0-1 0,2 1 0,19-18 0,-20 15 0,0 0 0,-1 0 0,1 1 0,0-1 0,0 1 0,0-1 0,0 1 0,0 0 0,1-1 0,-1 1 0,5-1 0,-6 2 0,-1 0 0,1 1 0,0-1 0,0 1 0,0-1 0,-1 1 0,1-1 0,0 1 0,0 0 0,-1-1 0,1 1 0,-1 0 0,1 0 0,-1-1 0,1 1 0,-1 0 0,1 0 0,-1 0 0,1 0 0,-1-1 0,0 1 0,0 0 0,0 0 0,1 2 0,-1-2 0,0 0 0,0 0 0,0 1 0,1-1 0,-1 0 0,0 0 0,1 0 0,-1 0 0,1 1 0,0-1 0,-1 0 0,1 0 0,0 0 0,-1 0 0,1 0 0,0-1 0,0 1 0,0 0 0,0 0 0,0 0 0,0-1 0,0 1 0,0-1 0,0 1 0,0-1 0,0 1 0,1-1 0,-1 1 0,2-1 0,0-1 0,-1 0 0,1 0 0,0 0 0,-1 0 0,1-1 0,-1 1 0,0-1 0,1 1 0,-1-1 0,0 0 0,0 0 0,0 0 0,0 0 0,0-1 0,2-4 0,18-16 0,-21 23 2,-1 0 0,0 0 0,1-1 0,-1 1 0,1 0 0,-1 0 0,0 0 0,1 0 0,-1 0 0,1 0 0,-1-1 0,1 1 0,-1 0 0,0 0 0,1 0 0,-1 0 0,1 1 0,-1-1 0,1 0 0,-1 0 0,0 0 0,1 0 0,-1 0 0,1 0 0,-1 1 0,0-1 0,1 0 0,-1 0 0,1 1 0,-1-1 0,0 0 0,1 1 0,-1-1 0,0 0 0,0 1 0,1-1 0,-1 0 0,0 1 0,0-1 0,1 1 0,6 19-647,-6-16-157,2 6-6024</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6T14:07:21.193"/>
    </inkml:context>
    <inkml:brush xml:id="br0">
      <inkml:brushProperty name="width" value="0.035" units="cm"/>
      <inkml:brushProperty name="height" value="0.035" units="cm"/>
      <inkml:brushProperty name="color" value="#E71224"/>
    </inkml:brush>
  </inkml:definitions>
  <inkml:trace contextRef="#ctx0" brushRef="#br0">0 0 24575,'13'442'0,"-13"-441"0,0 0 0,0 1 0,0-1 0,0 0 0,0 0 0,0 1 0,0-1 0,0 0 0,0 1 0,0-1 0,1 0 0,-1 0 0,1 0 0,-1 1 0,1-1 0,-1 0 0,1 0 0,0 0 0,-1 0 0,1 0 0,0 0 0,0 0 0,0 0 0,1 1 0,1-2 0,-1 1 0,0-1 0,1 0 0,-1 0 0,0 0 0,1 0 0,-1 0 0,0-1 0,1 1 0,-1-1 0,0 0 0,1 1 0,-1-1 0,2-1 0,70-28 0,-29 11 0,87-24 0,-31 23 0,200-14 0,113 25 0,-272 8 0,987-24 0,-259 5 0,-812 18-120,51 0-502,137 13-1,-227-9-6203</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6T14:51:46.084"/>
    </inkml:context>
    <inkml:brush xml:id="br0">
      <inkml:brushProperty name="width" value="0.035" units="cm"/>
      <inkml:brushProperty name="height" value="0.035" units="cm"/>
      <inkml:brushProperty name="color" value="#E71224"/>
    </inkml:brush>
  </inkml:definitions>
  <inkml:trace contextRef="#ctx0" brushRef="#br0">0 1 24575,'535'15'0,"-298"-5"0,88-9-1365,-312-1-5461</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6T16:58:12.421"/>
    </inkml:context>
    <inkml:brush xml:id="br0">
      <inkml:brushProperty name="width" value="0.035" units="cm"/>
      <inkml:brushProperty name="height" value="0.035" units="cm"/>
      <inkml:brushProperty name="color" value="#E71224"/>
    </inkml:brush>
  </inkml:definitions>
  <inkml:trace contextRef="#ctx0" brushRef="#br0">102 0 24575,'-9'10'0,"0"0"0,1 1 0,1 0 0,0 0 0,0 0 0,1 1 0,0 0 0,1 1 0,-6 23 0,2 5 0,-8 75 0,17-114 0,0 0 0,0-1 0,0 1 0,0 0 0,0-1 0,0 1 0,0 0 0,1-1 0,-1 1 0,1-1 0,-1 1 0,1 0 0,0-1 0,-1 1 0,1-1 0,0 0 0,0 1 0,0-1 0,0 0 0,0 1 0,0-1 0,1 0 0,0 1 0,2 0 0,-1 0 0,1 0 0,0 0 0,-1-1 0,1 1 0,0-1 0,0 0 0,0 0 0,5 0 0,9 1 0,-1-2 0,1 0 0,23-3 0,-39 2 0,0 1 0,1-1 0,-1 0 0,0 0 0,1 0 0,-1 0 0,0 0 0,0 0 0,0-1 0,0 1 0,0-1 0,0 0 0,0 1 0,-1-1 0,1 0 0,-1 0 0,1 0 0,-1 0 0,0 0 0,1 0 0,-1 0 0,0-1 0,-1 1 0,1 0 0,0-1 0,-1 1 0,1 0 0,-1-1 0,0 1 0,1-1 0,-2-2 0,2-12 0,0 0 0,-2-1 0,-3-22 0,2 24 0,-1 2-124,0-1-1,-1 0 1,-1 1 0,0 0-1,0 0 1,-2 1-1,0-1 1,0 1 0,-13-16-1,18 26 4,-3-6-6705</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6T16:58:13.768"/>
    </inkml:context>
    <inkml:brush xml:id="br0">
      <inkml:brushProperty name="width" value="0.035" units="cm"/>
      <inkml:brushProperty name="height" value="0.035" units="cm"/>
      <inkml:brushProperty name="color" value="#E71224"/>
    </inkml:brush>
  </inkml:definitions>
  <inkml:trace contextRef="#ctx0" brushRef="#br0">84 65 24575,'-2'0'0,"-1"1"0,0 0 0,0 0 0,1 0 0,-1 1 0,1-1 0,-1 0 0,1 1 0,0 0 0,-1 0 0,1-1 0,0 1 0,0 1 0,0-1 0,0 0 0,1 0 0,-1 1 0,1-1 0,-1 1 0,0 2 0,-24 56 0,23-49 0,0 0 0,1 0 0,0 0 0,1 0 0,0 0 0,3 22 0,-2-30 0,0-1 0,0 0 0,0 0 0,1 0 0,0 0 0,-1 0 0,1 0 0,0 0 0,0-1 0,1 1 0,-1 0 0,1 0 0,-1-1 0,1 1 0,0-1 0,0 1 0,0-1 0,0 0 0,0 0 0,1 0 0,-1 0 0,1 0 0,-1 0 0,1-1 0,0 1 0,0-1 0,-1 0 0,1 0 0,0 0 0,0 0 0,3 0 0,9 1 0,-1-1 0,0-1 0,0 0 0,1-1 0,17-4 0,-29 5 0,0-1 0,0 1 0,0-1 0,1 0 0,-1 0 0,0-1 0,0 1 0,0-1 0,-1 1 0,1-1 0,0 0 0,-1 0 0,1 0 0,-1 0 0,1-1 0,-1 1 0,0-1 0,0 1 0,0-1 0,0 0 0,-1 0 0,1 0 0,-1 0 0,0 0 0,0 0 0,0 0 0,0 0 0,1-6 0,-1-6-76,-1 0 1,-1 0-1,0 0 0,-1 1 0,-1-1 0,0 0 0,0 1 0,-2 0 1,0 0-1,0 0 0,-2 1 0,1-1 0,-2 1 0,0 1 1,0 0-1,-1 0 0,-17-17 0,16 20-6750</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6T16:58:16.575"/>
    </inkml:context>
    <inkml:brush xml:id="br0">
      <inkml:brushProperty name="width" value="0.035" units="cm"/>
      <inkml:brushProperty name="height" value="0.035" units="cm"/>
      <inkml:brushProperty name="color" value="#E71224"/>
    </inkml:brush>
  </inkml:definitions>
  <inkml:trace contextRef="#ctx0" brushRef="#br0">0 14 24575,'311'-10'0,"-292"8"-1365,-1 1-5461</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6T16:58:17.109"/>
    </inkml:context>
    <inkml:brush xml:id="br0">
      <inkml:brushProperty name="width" value="0.035" units="cm"/>
      <inkml:brushProperty name="height" value="0.035" units="cm"/>
      <inkml:brushProperty name="color" value="#E71224"/>
    </inkml:brush>
  </inkml:definitions>
  <inkml:trace contextRef="#ctx0" brushRef="#br0">1 28 24575,'2'0'0,"3"0"0,3 0 0,3 0 0,1 0 0,8 0 0,2 0 0,3-2 0,8-4 0,4 0 0,4 1 0,-3 1 0,-6 2 0,-6 0 0,-6 1 0,-5 1-8191</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6T16:58:18.188"/>
    </inkml:context>
    <inkml:brush xml:id="br0">
      <inkml:brushProperty name="width" value="0.035" units="cm"/>
      <inkml:brushProperty name="height" value="0.035" units="cm"/>
      <inkml:brushProperty name="color" value="#E71224"/>
    </inkml:brush>
  </inkml:definitions>
  <inkml:trace contextRef="#ctx0" brushRef="#br0">0 28 24575,'7'0'0,"15"0"0,9 0 0,13 0 0,5 0 0,-1-2 0,3-3 0,-4-1 0,-4 1 0,-8 1 0,-7 1 0,-6 2 0,-5 0 0,-6 1-8191</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6T16:58:20.728"/>
    </inkml:context>
    <inkml:brush xml:id="br0">
      <inkml:brushProperty name="width" value="0.035" units="cm"/>
      <inkml:brushProperty name="height" value="0.035" units="cm"/>
      <inkml:brushProperty name="color" value="#E71224"/>
    </inkml:brush>
  </inkml:definitions>
  <inkml:trace contextRef="#ctx0" brushRef="#br0">1 0 24575,'2'12'0,"0"-1"0,1 1 0,0-1 0,1 0 0,0 0 0,1 0 0,0-1 0,12 17 0,1 8 0,51 88 0,-42-77 0,-1 1 0,22 60 0,-43-90 0,0 1 0,3 28 0,-6-31 0,1 0 0,0-1 0,1 1 0,9 22 0,21 29 0,-23-47 0,0 1 0,-1 0 0,-2 1 0,0 0 0,5 23 0,-8-25 0,1-1 0,0 0 0,2-1 0,0 1 0,0-2 0,2 1 0,0-1 0,20 24 0,-23-30-1365,-2-1-5461</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6T15:58:57.966"/>
    </inkml:context>
    <inkml:brush xml:id="br0">
      <inkml:brushProperty name="width" value="0.035" units="cm"/>
      <inkml:brushProperty name="height" value="0.035" units="cm"/>
      <inkml:brushProperty name="color" value="#E71224"/>
    </inkml:brush>
  </inkml:definitions>
  <inkml:trace contextRef="#ctx0" brushRef="#br0">0 14 24575,'96'-14'0,"61"15"0,162 23 0,156 41 0,-234-29 0,127 14 0,453 3 0,-665-59-154,156-28 0,-211 21-903,-80 10-5769</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6T15:59:02.132"/>
    </inkml:context>
    <inkml:brush xml:id="br0">
      <inkml:brushProperty name="width" value="0.035" units="cm"/>
      <inkml:brushProperty name="height" value="0.035" units="cm"/>
      <inkml:brushProperty name="color" value="#E71224"/>
    </inkml:brush>
  </inkml:definitions>
  <inkml:trace contextRef="#ctx0" brushRef="#br0">1 6052 24575,'0'1'0,"1"0"0,0 0 0,-1 0 0,1 0 0,0-1 0,0 1 0,0 0 0,-1-1 0,1 1 0,0 0 0,0-1 0,0 1 0,0-1 0,0 1 0,0-1 0,0 0 0,0 1 0,0-1 0,1 0 0,-1 0 0,0 0 0,0 0 0,0 0 0,0 0 0,1 0 0,37 2 0,-34-2 0,578-1 0,-558 0 0,0-1 0,1-1 0,-1-1 0,0-1 0,-1-1 0,1-1 0,-1-1 0,-1-2 0,31-16 0,231-120 0,48-62 0,-296 182 0,-20 16 0,-1 0 0,-1-1 0,0-1 0,0-1 0,-1 0 0,-1-1 0,0 0 0,-1-1 0,20-32 0,1-29 0,-4-1 0,-3-2 0,16-86 0,-2 13 0,3-17 0,44-134 0,4-7 0,-69 222 0,58-218 0,-59 238 0,2 1 0,4 1 0,56-102 0,-58 122 0,52-97 0,56-118 0,118-285 0,-220 483 0,60-108 0,221-307 0,-260 407 0,87-129 0,-77 108 0,141-158 0,5-7 0,-188 229 0,31-60 0,-46 78 0,0-1 0,-1 0 0,0 0 0,-1-1 0,0 1 0,-1-1 0,0 0 0,-1 0 0,0-15 0,-1-3 0,2 0 0,8-50 0,1-6 0,4-159 0,-8 194-1365,-4 36-5461</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462681488" r:id="rId1"/>
  </p:sldLayoutIdLst>
  <p:txStyles>
    <p:titleStyle>
      <a:lvl1pPr algn="ctr">
        <a:defRPr sz="4400" kern="1200">
          <a:solidFill>
            <a:schemeClr val="lt1"/>
          </a:solidFill>
        </a:defRPr>
      </a:lvl1pPr>
      <a:extLst/>
    </p:titleStyle>
    <p:bodyStyle>
      <a:lvl1pPr indent="-324900" algn="ctr">
        <a:defRPr sz="3200" kern="1200">
          <a:solidFill>
            <a:schemeClr val="tx1"/>
          </a:solidFill>
        </a:defRPr>
      </a:lvl1pPr>
      <a:extLst/>
    </p:bodyStyle>
    <p:otherStyle>
      <a:defPPr algn="ctr">
        <a:defRPr kern="1200">
          <a:solidFill>
            <a:schemeClr val="tx1"/>
          </a:solidFill>
        </a:defRPr>
      </a:def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customXml" Target="../ink/ink2.xml"/><Relationship Id="rId5" Type="http://schemas.openxmlformats.org/officeDocument/2006/relationships/image" Target="../media/image3.png"/><Relationship Id="rId4" Type="http://schemas.openxmlformats.org/officeDocument/2006/relationships/customXml" Target="../ink/ink1.xml"/></Relationships>
</file>

<file path=ppt/slides/_rels/slide2.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image" Target="../media/image5.png"/><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customXml" Target="../ink/ink4.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26" Type="http://schemas.openxmlformats.org/officeDocument/2006/relationships/customXml" Target="../ink/ink16.xml"/><Relationship Id="rId21" Type="http://schemas.openxmlformats.org/officeDocument/2006/relationships/image" Target="../media/image18.png"/><Relationship Id="rId42" Type="http://schemas.openxmlformats.org/officeDocument/2006/relationships/customXml" Target="../ink/ink24.xml"/><Relationship Id="rId47" Type="http://schemas.openxmlformats.org/officeDocument/2006/relationships/image" Target="../media/image31.png"/><Relationship Id="rId63" Type="http://schemas.openxmlformats.org/officeDocument/2006/relationships/customXml" Target="../ink/ink39.xml"/><Relationship Id="rId68" Type="http://schemas.openxmlformats.org/officeDocument/2006/relationships/customXml" Target="../ink/ink43.xml"/><Relationship Id="rId84" Type="http://schemas.openxmlformats.org/officeDocument/2006/relationships/customXml" Target="../ink/ink53.xml"/><Relationship Id="rId89" Type="http://schemas.openxmlformats.org/officeDocument/2006/relationships/customXml" Target="../ink/ink56.xml"/><Relationship Id="rId112" Type="http://schemas.openxmlformats.org/officeDocument/2006/relationships/customXml" Target="../ink/ink69.xml"/><Relationship Id="rId16" Type="http://schemas.openxmlformats.org/officeDocument/2006/relationships/customXml" Target="../ink/ink11.xml"/><Relationship Id="rId107" Type="http://schemas.openxmlformats.org/officeDocument/2006/relationships/image" Target="../media/image51.png"/><Relationship Id="rId11" Type="http://schemas.openxmlformats.org/officeDocument/2006/relationships/image" Target="../media/image13.png"/><Relationship Id="rId32" Type="http://schemas.openxmlformats.org/officeDocument/2006/relationships/customXml" Target="../ink/ink19.xml"/><Relationship Id="rId37" Type="http://schemas.openxmlformats.org/officeDocument/2006/relationships/image" Target="../media/image26.png"/><Relationship Id="rId53" Type="http://schemas.openxmlformats.org/officeDocument/2006/relationships/image" Target="../media/image34.png"/><Relationship Id="rId58" Type="http://schemas.openxmlformats.org/officeDocument/2006/relationships/customXml" Target="../ink/ink34.xml"/><Relationship Id="rId74" Type="http://schemas.openxmlformats.org/officeDocument/2006/relationships/customXml" Target="../ink/ink47.xml"/><Relationship Id="rId79" Type="http://schemas.openxmlformats.org/officeDocument/2006/relationships/image" Target="../media/image39.png"/><Relationship Id="rId102" Type="http://schemas.openxmlformats.org/officeDocument/2006/relationships/customXml" Target="../ink/ink64.xml"/><Relationship Id="rId5" Type="http://schemas.openxmlformats.org/officeDocument/2006/relationships/image" Target="../media/image10.png"/><Relationship Id="rId90" Type="http://schemas.openxmlformats.org/officeDocument/2006/relationships/customXml" Target="../ink/ink57.xml"/><Relationship Id="rId95" Type="http://schemas.openxmlformats.org/officeDocument/2006/relationships/image" Target="../media/image45.png"/><Relationship Id="rId22" Type="http://schemas.openxmlformats.org/officeDocument/2006/relationships/customXml" Target="../ink/ink14.xml"/><Relationship Id="rId27" Type="http://schemas.openxmlformats.org/officeDocument/2006/relationships/image" Target="../media/image21.png"/><Relationship Id="rId43" Type="http://schemas.openxmlformats.org/officeDocument/2006/relationships/image" Target="../media/image29.png"/><Relationship Id="rId48" Type="http://schemas.openxmlformats.org/officeDocument/2006/relationships/customXml" Target="../ink/ink27.xml"/><Relationship Id="rId64" Type="http://schemas.openxmlformats.org/officeDocument/2006/relationships/customXml" Target="../ink/ink40.xml"/><Relationship Id="rId69" Type="http://schemas.openxmlformats.org/officeDocument/2006/relationships/image" Target="../media/image36.png"/><Relationship Id="rId113" Type="http://schemas.openxmlformats.org/officeDocument/2006/relationships/image" Target="../media/image54.png"/><Relationship Id="rId80" Type="http://schemas.openxmlformats.org/officeDocument/2006/relationships/customXml" Target="../ink/ink51.xml"/><Relationship Id="rId85" Type="http://schemas.openxmlformats.org/officeDocument/2006/relationships/image" Target="../media/image42.png"/><Relationship Id="rId12" Type="http://schemas.openxmlformats.org/officeDocument/2006/relationships/customXml" Target="../ink/ink9.xml"/><Relationship Id="rId17" Type="http://schemas.openxmlformats.org/officeDocument/2006/relationships/image" Target="../media/image16.png"/><Relationship Id="rId33" Type="http://schemas.openxmlformats.org/officeDocument/2006/relationships/image" Target="../media/image24.png"/><Relationship Id="rId38" Type="http://schemas.openxmlformats.org/officeDocument/2006/relationships/customXml" Target="../ink/ink22.xml"/><Relationship Id="rId59" Type="http://schemas.openxmlformats.org/officeDocument/2006/relationships/customXml" Target="../ink/ink35.xml"/><Relationship Id="rId103" Type="http://schemas.openxmlformats.org/officeDocument/2006/relationships/image" Target="../media/image49.png"/><Relationship Id="rId108" Type="http://schemas.openxmlformats.org/officeDocument/2006/relationships/customXml" Target="../ink/ink67.xml"/><Relationship Id="rId54" Type="http://schemas.openxmlformats.org/officeDocument/2006/relationships/customXml" Target="../ink/ink30.xml"/><Relationship Id="rId70" Type="http://schemas.openxmlformats.org/officeDocument/2006/relationships/customXml" Target="../ink/ink44.xml"/><Relationship Id="rId75" Type="http://schemas.openxmlformats.org/officeDocument/2006/relationships/customXml" Target="../ink/ink48.xml"/><Relationship Id="rId91" Type="http://schemas.openxmlformats.org/officeDocument/2006/relationships/customXml" Target="../ink/ink58.xml"/><Relationship Id="rId96" Type="http://schemas.openxmlformats.org/officeDocument/2006/relationships/customXml" Target="../ink/ink61.xml"/><Relationship Id="rId1" Type="http://schemas.openxmlformats.org/officeDocument/2006/relationships/slideLayout" Target="../slideLayouts/slideLayout1.xml"/><Relationship Id="rId6" Type="http://schemas.openxmlformats.org/officeDocument/2006/relationships/customXml" Target="../ink/ink6.xml"/><Relationship Id="rId15" Type="http://schemas.openxmlformats.org/officeDocument/2006/relationships/image" Target="../media/image15.png"/><Relationship Id="rId23" Type="http://schemas.openxmlformats.org/officeDocument/2006/relationships/image" Target="../media/image19.png"/><Relationship Id="rId28" Type="http://schemas.openxmlformats.org/officeDocument/2006/relationships/customXml" Target="../ink/ink17.xml"/><Relationship Id="rId36" Type="http://schemas.openxmlformats.org/officeDocument/2006/relationships/customXml" Target="../ink/ink21.xml"/><Relationship Id="rId49" Type="http://schemas.openxmlformats.org/officeDocument/2006/relationships/image" Target="../media/image32.png"/><Relationship Id="rId57" Type="http://schemas.openxmlformats.org/officeDocument/2006/relationships/customXml" Target="../ink/ink33.xml"/><Relationship Id="rId106" Type="http://schemas.openxmlformats.org/officeDocument/2006/relationships/customXml" Target="../ink/ink66.xml"/><Relationship Id="rId114" Type="http://schemas.openxmlformats.org/officeDocument/2006/relationships/customXml" Target="../ink/ink70.xml"/><Relationship Id="rId10" Type="http://schemas.openxmlformats.org/officeDocument/2006/relationships/customXml" Target="../ink/ink8.xml"/><Relationship Id="rId31" Type="http://schemas.openxmlformats.org/officeDocument/2006/relationships/image" Target="../media/image23.png"/><Relationship Id="rId44" Type="http://schemas.openxmlformats.org/officeDocument/2006/relationships/customXml" Target="../ink/ink25.xml"/><Relationship Id="rId52" Type="http://schemas.openxmlformats.org/officeDocument/2006/relationships/customXml" Target="../ink/ink29.xml"/><Relationship Id="rId60" Type="http://schemas.openxmlformats.org/officeDocument/2006/relationships/customXml" Target="../ink/ink36.xml"/><Relationship Id="rId65" Type="http://schemas.openxmlformats.org/officeDocument/2006/relationships/customXml" Target="../ink/ink41.xml"/><Relationship Id="rId73" Type="http://schemas.openxmlformats.org/officeDocument/2006/relationships/customXml" Target="../ink/ink46.xml"/><Relationship Id="rId78" Type="http://schemas.openxmlformats.org/officeDocument/2006/relationships/customXml" Target="../ink/ink50.xml"/><Relationship Id="rId81" Type="http://schemas.openxmlformats.org/officeDocument/2006/relationships/image" Target="../media/image40.png"/><Relationship Id="rId86" Type="http://schemas.openxmlformats.org/officeDocument/2006/relationships/customXml" Target="../ink/ink54.xml"/><Relationship Id="rId94" Type="http://schemas.openxmlformats.org/officeDocument/2006/relationships/customXml" Target="../ink/ink60.xml"/><Relationship Id="rId99" Type="http://schemas.openxmlformats.org/officeDocument/2006/relationships/image" Target="../media/image47.png"/><Relationship Id="rId101" Type="http://schemas.openxmlformats.org/officeDocument/2006/relationships/image" Target="../media/image48.png"/><Relationship Id="rId4" Type="http://schemas.openxmlformats.org/officeDocument/2006/relationships/customXml" Target="../ink/ink5.xml"/><Relationship Id="rId9" Type="http://schemas.openxmlformats.org/officeDocument/2006/relationships/image" Target="../media/image12.png"/><Relationship Id="rId13" Type="http://schemas.openxmlformats.org/officeDocument/2006/relationships/image" Target="../media/image14.png"/><Relationship Id="rId18" Type="http://schemas.openxmlformats.org/officeDocument/2006/relationships/customXml" Target="../ink/ink12.xml"/><Relationship Id="rId39" Type="http://schemas.openxmlformats.org/officeDocument/2006/relationships/image" Target="../media/image27.png"/><Relationship Id="rId109" Type="http://schemas.openxmlformats.org/officeDocument/2006/relationships/image" Target="../media/image52.png"/><Relationship Id="rId34" Type="http://schemas.openxmlformats.org/officeDocument/2006/relationships/customXml" Target="../ink/ink20.xml"/><Relationship Id="rId50" Type="http://schemas.openxmlformats.org/officeDocument/2006/relationships/customXml" Target="../ink/ink28.xml"/><Relationship Id="rId55" Type="http://schemas.openxmlformats.org/officeDocument/2006/relationships/customXml" Target="../ink/ink31.xml"/><Relationship Id="rId76" Type="http://schemas.openxmlformats.org/officeDocument/2006/relationships/customXml" Target="../ink/ink49.xml"/><Relationship Id="rId97" Type="http://schemas.openxmlformats.org/officeDocument/2006/relationships/image" Target="../media/image46.png"/><Relationship Id="rId104" Type="http://schemas.openxmlformats.org/officeDocument/2006/relationships/customXml" Target="../ink/ink65.xml"/><Relationship Id="rId7" Type="http://schemas.openxmlformats.org/officeDocument/2006/relationships/image" Target="../media/image11.png"/><Relationship Id="rId71" Type="http://schemas.openxmlformats.org/officeDocument/2006/relationships/image" Target="../media/image37.png"/><Relationship Id="rId92" Type="http://schemas.openxmlformats.org/officeDocument/2006/relationships/customXml" Target="../ink/ink59.xml"/><Relationship Id="rId2" Type="http://schemas.openxmlformats.org/officeDocument/2006/relationships/image" Target="../media/image8.png"/><Relationship Id="rId29" Type="http://schemas.openxmlformats.org/officeDocument/2006/relationships/image" Target="../media/image22.png"/><Relationship Id="rId24" Type="http://schemas.openxmlformats.org/officeDocument/2006/relationships/customXml" Target="../ink/ink15.xml"/><Relationship Id="rId40" Type="http://schemas.openxmlformats.org/officeDocument/2006/relationships/customXml" Target="../ink/ink23.xml"/><Relationship Id="rId45" Type="http://schemas.openxmlformats.org/officeDocument/2006/relationships/image" Target="../media/image30.png"/><Relationship Id="rId66" Type="http://schemas.openxmlformats.org/officeDocument/2006/relationships/customXml" Target="../ink/ink42.xml"/><Relationship Id="rId87" Type="http://schemas.openxmlformats.org/officeDocument/2006/relationships/image" Target="../media/image43.png"/><Relationship Id="rId110" Type="http://schemas.openxmlformats.org/officeDocument/2006/relationships/customXml" Target="../ink/ink68.xml"/><Relationship Id="rId115" Type="http://schemas.openxmlformats.org/officeDocument/2006/relationships/image" Target="../media/image55.png"/><Relationship Id="rId61" Type="http://schemas.openxmlformats.org/officeDocument/2006/relationships/customXml" Target="../ink/ink37.xml"/><Relationship Id="rId82" Type="http://schemas.openxmlformats.org/officeDocument/2006/relationships/customXml" Target="../ink/ink52.xml"/><Relationship Id="rId19" Type="http://schemas.openxmlformats.org/officeDocument/2006/relationships/image" Target="../media/image17.png"/><Relationship Id="rId14" Type="http://schemas.openxmlformats.org/officeDocument/2006/relationships/customXml" Target="../ink/ink10.xml"/><Relationship Id="rId30" Type="http://schemas.openxmlformats.org/officeDocument/2006/relationships/customXml" Target="../ink/ink18.xml"/><Relationship Id="rId35" Type="http://schemas.openxmlformats.org/officeDocument/2006/relationships/image" Target="../media/image25.png"/><Relationship Id="rId56" Type="http://schemas.openxmlformats.org/officeDocument/2006/relationships/customXml" Target="../ink/ink32.xml"/><Relationship Id="rId77" Type="http://schemas.openxmlformats.org/officeDocument/2006/relationships/image" Target="../media/image38.png"/><Relationship Id="rId100" Type="http://schemas.openxmlformats.org/officeDocument/2006/relationships/customXml" Target="../ink/ink63.xml"/><Relationship Id="rId105" Type="http://schemas.openxmlformats.org/officeDocument/2006/relationships/image" Target="../media/image50.png"/><Relationship Id="rId8" Type="http://schemas.openxmlformats.org/officeDocument/2006/relationships/customXml" Target="../ink/ink7.xml"/><Relationship Id="rId51" Type="http://schemas.openxmlformats.org/officeDocument/2006/relationships/image" Target="../media/image33.png"/><Relationship Id="rId72" Type="http://schemas.openxmlformats.org/officeDocument/2006/relationships/customXml" Target="../ink/ink45.xml"/><Relationship Id="rId93" Type="http://schemas.openxmlformats.org/officeDocument/2006/relationships/image" Target="../media/image44.png"/><Relationship Id="rId98" Type="http://schemas.openxmlformats.org/officeDocument/2006/relationships/customXml" Target="../ink/ink62.xml"/><Relationship Id="rId3" Type="http://schemas.openxmlformats.org/officeDocument/2006/relationships/image" Target="../media/image9.png"/><Relationship Id="rId25" Type="http://schemas.openxmlformats.org/officeDocument/2006/relationships/image" Target="../media/image20.png"/><Relationship Id="rId46" Type="http://schemas.openxmlformats.org/officeDocument/2006/relationships/customXml" Target="../ink/ink26.xml"/><Relationship Id="rId67" Type="http://schemas.openxmlformats.org/officeDocument/2006/relationships/image" Target="../media/image35.png"/><Relationship Id="rId20" Type="http://schemas.openxmlformats.org/officeDocument/2006/relationships/customXml" Target="../ink/ink13.xml"/><Relationship Id="rId41" Type="http://schemas.openxmlformats.org/officeDocument/2006/relationships/image" Target="../media/image28.png"/><Relationship Id="rId62" Type="http://schemas.openxmlformats.org/officeDocument/2006/relationships/customXml" Target="../ink/ink38.xml"/><Relationship Id="rId83" Type="http://schemas.openxmlformats.org/officeDocument/2006/relationships/image" Target="../media/image41.png"/><Relationship Id="rId88" Type="http://schemas.openxmlformats.org/officeDocument/2006/relationships/customXml" Target="../ink/ink55.xml"/><Relationship Id="rId111" Type="http://schemas.openxmlformats.org/officeDocument/2006/relationships/image" Target="../media/image53.png"/></Relationships>
</file>

<file path=ppt/slides/_rels/slide4.xml.rels><?xml version="1.0" encoding="UTF-8" standalone="yes"?>
<Relationships xmlns="http://schemas.openxmlformats.org/package/2006/relationships"><Relationship Id="rId8" Type="http://schemas.openxmlformats.org/officeDocument/2006/relationships/customXml" Target="../ink/ink73.xml"/><Relationship Id="rId13" Type="http://schemas.openxmlformats.org/officeDocument/2006/relationships/customXml" Target="../ink/ink75.xml"/><Relationship Id="rId18" Type="http://schemas.openxmlformats.org/officeDocument/2006/relationships/image" Target="../media/image65.png"/><Relationship Id="rId26" Type="http://schemas.openxmlformats.org/officeDocument/2006/relationships/image" Target="../media/image69.png"/><Relationship Id="rId3" Type="http://schemas.openxmlformats.org/officeDocument/2006/relationships/image" Target="../media/image57.png"/><Relationship Id="rId21" Type="http://schemas.openxmlformats.org/officeDocument/2006/relationships/customXml" Target="../ink/ink79.xml"/><Relationship Id="rId7" Type="http://schemas.openxmlformats.org/officeDocument/2006/relationships/image" Target="../media/image59.png"/><Relationship Id="rId12" Type="http://schemas.openxmlformats.org/officeDocument/2006/relationships/image" Target="../media/image62.png"/><Relationship Id="rId17" Type="http://schemas.openxmlformats.org/officeDocument/2006/relationships/customXml" Target="../ink/ink77.xml"/><Relationship Id="rId25" Type="http://schemas.openxmlformats.org/officeDocument/2006/relationships/customXml" Target="../ink/ink81.xml"/><Relationship Id="rId2" Type="http://schemas.openxmlformats.org/officeDocument/2006/relationships/image" Target="../media/image56.png"/><Relationship Id="rId16" Type="http://schemas.openxmlformats.org/officeDocument/2006/relationships/image" Target="../media/image64.png"/><Relationship Id="rId20" Type="http://schemas.openxmlformats.org/officeDocument/2006/relationships/image" Target="../media/image66.png"/><Relationship Id="rId1" Type="http://schemas.openxmlformats.org/officeDocument/2006/relationships/slideLayout" Target="../slideLayouts/slideLayout1.xml"/><Relationship Id="rId6" Type="http://schemas.openxmlformats.org/officeDocument/2006/relationships/customXml" Target="../ink/ink72.xml"/><Relationship Id="rId11" Type="http://schemas.openxmlformats.org/officeDocument/2006/relationships/image" Target="../media/image61.png"/><Relationship Id="rId24" Type="http://schemas.openxmlformats.org/officeDocument/2006/relationships/image" Target="../media/image68.png"/><Relationship Id="rId5" Type="http://schemas.openxmlformats.org/officeDocument/2006/relationships/image" Target="../media/image58.png"/><Relationship Id="rId15" Type="http://schemas.openxmlformats.org/officeDocument/2006/relationships/customXml" Target="../ink/ink76.xml"/><Relationship Id="rId23" Type="http://schemas.openxmlformats.org/officeDocument/2006/relationships/customXml" Target="../ink/ink80.xml"/><Relationship Id="rId10" Type="http://schemas.openxmlformats.org/officeDocument/2006/relationships/customXml" Target="../ink/ink74.xml"/><Relationship Id="rId19" Type="http://schemas.openxmlformats.org/officeDocument/2006/relationships/customXml" Target="../ink/ink78.xml"/><Relationship Id="rId4" Type="http://schemas.openxmlformats.org/officeDocument/2006/relationships/customXml" Target="../ink/ink71.xml"/><Relationship Id="rId9" Type="http://schemas.openxmlformats.org/officeDocument/2006/relationships/image" Target="../media/image60.png"/><Relationship Id="rId14" Type="http://schemas.openxmlformats.org/officeDocument/2006/relationships/image" Target="../media/image63.png"/><Relationship Id="rId22" Type="http://schemas.openxmlformats.org/officeDocument/2006/relationships/image" Target="../media/image67.png"/><Relationship Id="rId27" Type="http://schemas.openxmlformats.org/officeDocument/2006/relationships/image" Target="../media/image70.png"/></Relationships>
</file>

<file path=ppt/slides/_rels/slide5.xml.rels><?xml version="1.0" encoding="UTF-8" standalone="yes"?>
<Relationships xmlns="http://schemas.openxmlformats.org/package/2006/relationships"><Relationship Id="rId8" Type="http://schemas.openxmlformats.org/officeDocument/2006/relationships/image" Target="../media/image75.png"/><Relationship Id="rId3" Type="http://schemas.openxmlformats.org/officeDocument/2006/relationships/customXml" Target="../ink/ink82.xml"/><Relationship Id="rId7" Type="http://schemas.openxmlformats.org/officeDocument/2006/relationships/image" Target="../media/image74.png"/><Relationship Id="rId2" Type="http://schemas.openxmlformats.org/officeDocument/2006/relationships/image" Target="../media/image71.png"/><Relationship Id="rId1" Type="http://schemas.openxmlformats.org/officeDocument/2006/relationships/slideLayout" Target="../slideLayouts/slideLayout1.xml"/><Relationship Id="rId6" Type="http://schemas.openxmlformats.org/officeDocument/2006/relationships/image" Target="../media/image73.png"/><Relationship Id="rId5" Type="http://schemas.openxmlformats.org/officeDocument/2006/relationships/customXml" Target="../ink/ink83.xml"/><Relationship Id="rId4" Type="http://schemas.openxmlformats.org/officeDocument/2006/relationships/image" Target="../media/image7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2141952" y="0"/>
          <a:ext cx="7002048" cy="6877050"/>
          <a:chOff x="2141952" y="0"/>
          <a:chExt cx="7002048" cy="6877050"/>
        </a:xfrm>
      </p:grpSpPr>
      <p:pic>
        <p:nvPicPr>
          <p:cNvPr id="2" name="Slide"/>
          <p:cNvPicPr>
            <a:picLocks noChangeAspect="1"/>
          </p:cNvPicPr>
          <p:nvPr/>
        </p:nvPicPr>
        <p:blipFill>
          <a:blip r:embed="rId2"/>
          <a:stretch>
            <a:fillRect/>
          </a:stretch>
        </p:blipFill>
        <p:spPr>
          <a:xfrm>
            <a:off x="2141952" y="0"/>
            <a:ext cx="4860096" cy="6877050"/>
          </a:xfrm>
          <a:prstGeom prst="rect">
            <a:avLst/>
          </a:prstGeom>
        </p:spPr>
      </p:pic>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D25F7CEB-859B-E2DB-4F7C-526E7AC0DB92}"/>
                  </a:ext>
                </a:extLst>
              </p:cNvPr>
              <p:cNvSpPr txBox="1"/>
              <p:nvPr/>
            </p:nvSpPr>
            <p:spPr>
              <a:xfrm>
                <a:off x="6444208" y="4365104"/>
                <a:ext cx="2520280" cy="2031325"/>
              </a:xfrm>
              <a:prstGeom prst="rect">
                <a:avLst/>
              </a:prstGeom>
              <a:noFill/>
            </p:spPr>
            <p:txBody>
              <a:bodyPr wrap="square" rtlCol="0">
                <a:spAutoFit/>
              </a:bodyPr>
              <a:lstStyle/>
              <a:p>
                <a:r>
                  <a:rPr lang="en-US" sz="900" dirty="0">
                    <a:solidFill>
                      <a:srgbClr val="FF0000"/>
                    </a:solidFill>
                    <a:latin typeface="Arial" panose="020B0604020202020204" pitchFamily="34" charset="0"/>
                    <a:cs typeface="Arial" panose="020B0604020202020204" pitchFamily="34" charset="0"/>
                  </a:rPr>
                  <a:t>Let’s assume three periods (e.g., three five-year periods).</a:t>
                </a:r>
              </a:p>
              <a:p>
                <a:endParaRPr lang="en-US" sz="900" dirty="0">
                  <a:solidFill>
                    <a:srgbClr val="FF0000"/>
                  </a:solidFill>
                  <a:latin typeface="Arial" panose="020B0604020202020204" pitchFamily="34" charset="0"/>
                  <a:cs typeface="Arial" panose="020B0604020202020204" pitchFamily="34" charset="0"/>
                </a:endParaRPr>
              </a:p>
              <a:p>
                <a:r>
                  <a:rPr lang="en-US" sz="900" dirty="0">
                    <a:solidFill>
                      <a:srgbClr val="FF0000"/>
                    </a:solidFill>
                    <a:latin typeface="Arial" panose="020B0604020202020204" pitchFamily="34" charset="0"/>
                    <a:cs typeface="Arial" panose="020B0604020202020204" pitchFamily="34" charset="0"/>
                  </a:rPr>
                  <a:t>OK</a:t>
                </a:r>
              </a:p>
              <a:p>
                <a:endParaRPr lang="en-US" sz="900" dirty="0">
                  <a:solidFill>
                    <a:srgbClr val="FF0000"/>
                  </a:solidFill>
                  <a:latin typeface="Arial" panose="020B0604020202020204" pitchFamily="34" charset="0"/>
                  <a:cs typeface="Arial" panose="020B0604020202020204" pitchFamily="34" charset="0"/>
                </a:endParaRPr>
              </a:p>
              <a:p>
                <a:r>
                  <a:rPr lang="en-US" sz="900" dirty="0">
                    <a:solidFill>
                      <a:srgbClr val="FF0000"/>
                    </a:solidFill>
                    <a:latin typeface="Arial" panose="020B0604020202020204" pitchFamily="34" charset="0"/>
                    <a:cs typeface="Arial" panose="020B0604020202020204" pitchFamily="34" charset="0"/>
                  </a:rPr>
                  <a:t>Scenarios:</a:t>
                </a:r>
              </a:p>
              <a:p>
                <a:pPr marL="171450" indent="-171450">
                  <a:buFontTx/>
                  <a:buChar char="-"/>
                </a:pPr>
                <a:r>
                  <a:rPr lang="en-US" sz="900" dirty="0">
                    <a:solidFill>
                      <a:srgbClr val="FF0000"/>
                    </a:solidFill>
                    <a:latin typeface="Arial" panose="020B0604020202020204" pitchFamily="34" charset="0"/>
                    <a:cs typeface="Arial" panose="020B0604020202020204" pitchFamily="34" charset="0"/>
                  </a:rPr>
                  <a:t>Low demand uncertainty =&gt;  </a:t>
                </a:r>
                <a:br>
                  <a:rPr lang="en-US" sz="900" i="1" dirty="0">
                    <a:solidFill>
                      <a:srgbClr val="FF0000"/>
                    </a:solidFill>
                    <a:latin typeface="Cambria Math" panose="02040503050406030204" pitchFamily="18" charset="0"/>
                    <a:cs typeface="Arial" panose="020B0604020202020204" pitchFamily="34" charset="0"/>
                  </a:rPr>
                </a:br>
                <a14:m>
                  <m:oMath xmlns:m="http://schemas.openxmlformats.org/officeDocument/2006/math">
                    <m:r>
                      <a:rPr lang="en-US" sz="900" b="0" i="1" smtClean="0">
                        <a:solidFill>
                          <a:srgbClr val="FF0000"/>
                        </a:solidFill>
                        <a:latin typeface="Cambria Math" panose="02040503050406030204" pitchFamily="18" charset="0"/>
                        <a:cs typeface="Arial" panose="020B0604020202020204" pitchFamily="34" charset="0"/>
                      </a:rPr>
                      <m:t>𝜎</m:t>
                    </m:r>
                    <m:r>
                      <a:rPr lang="en-US" sz="900" i="1">
                        <a:solidFill>
                          <a:srgbClr val="FF0000"/>
                        </a:solidFill>
                        <a:latin typeface="Cambria Math" panose="02040503050406030204" pitchFamily="18" charset="0"/>
                        <a:cs typeface="Arial" panose="020B0604020202020204" pitchFamily="34" charset="0"/>
                      </a:rPr>
                      <m:t>=</m:t>
                    </m:r>
                    <m:d>
                      <m:dPr>
                        <m:begChr m:val="["/>
                        <m:endChr m:val="]"/>
                        <m:ctrlPr>
                          <a:rPr lang="en-US" sz="900" i="1">
                            <a:solidFill>
                              <a:srgbClr val="FF0000"/>
                            </a:solidFill>
                            <a:latin typeface="Cambria Math" panose="02040503050406030204" pitchFamily="18" charset="0"/>
                            <a:cs typeface="Arial" panose="020B0604020202020204" pitchFamily="34" charset="0"/>
                          </a:rPr>
                        </m:ctrlPr>
                      </m:dPr>
                      <m:e>
                        <m:r>
                          <a:rPr lang="en-US" sz="900" i="1">
                            <a:solidFill>
                              <a:srgbClr val="FF0000"/>
                            </a:solidFill>
                            <a:latin typeface="Cambria Math" panose="02040503050406030204" pitchFamily="18" charset="0"/>
                            <a:cs typeface="Arial" panose="020B0604020202020204" pitchFamily="34" charset="0"/>
                          </a:rPr>
                          <m:t>0%, 5%, 10%, 15%</m:t>
                        </m:r>
                      </m:e>
                    </m:d>
                  </m:oMath>
                </a14:m>
                <a:r>
                  <a:rPr lang="en-US" sz="900" dirty="0">
                    <a:solidFill>
                      <a:srgbClr val="FF0000"/>
                    </a:solidFill>
                    <a:latin typeface="Arial" panose="020B0604020202020204" pitchFamily="34" charset="0"/>
                    <a:cs typeface="Arial" panose="020B0604020202020204" pitchFamily="34" charset="0"/>
                  </a:rPr>
                  <a:t> </a:t>
                </a:r>
              </a:p>
              <a:p>
                <a:pPr marL="171450" indent="-171450">
                  <a:buFontTx/>
                  <a:buChar char="-"/>
                </a:pPr>
                <a:r>
                  <a:rPr lang="en-US" sz="900" dirty="0">
                    <a:solidFill>
                      <a:srgbClr val="FF0000"/>
                    </a:solidFill>
                    <a:latin typeface="Arial" panose="020B0604020202020204" pitchFamily="34" charset="0"/>
                    <a:cs typeface="Arial" panose="020B0604020202020204" pitchFamily="34" charset="0"/>
                  </a:rPr>
                  <a:t>Medium demand uncertainty =&gt;  </a:t>
                </a:r>
                <a:br>
                  <a:rPr lang="en-US" sz="900" i="1" dirty="0">
                    <a:solidFill>
                      <a:srgbClr val="FF0000"/>
                    </a:solidFill>
                    <a:latin typeface="Cambria Math" panose="02040503050406030204" pitchFamily="18" charset="0"/>
                    <a:cs typeface="Arial" panose="020B0604020202020204" pitchFamily="34" charset="0"/>
                  </a:rPr>
                </a:br>
                <a14:m>
                  <m:oMath xmlns:m="http://schemas.openxmlformats.org/officeDocument/2006/math">
                    <m:r>
                      <a:rPr lang="en-US" sz="900" b="0" i="1" smtClean="0">
                        <a:solidFill>
                          <a:srgbClr val="FF0000"/>
                        </a:solidFill>
                        <a:latin typeface="Cambria Math" panose="02040503050406030204" pitchFamily="18" charset="0"/>
                        <a:cs typeface="Arial" panose="020B0604020202020204" pitchFamily="34" charset="0"/>
                      </a:rPr>
                      <m:t>𝜎</m:t>
                    </m:r>
                    <m:r>
                      <a:rPr lang="en-US" sz="900" i="1">
                        <a:solidFill>
                          <a:srgbClr val="FF0000"/>
                        </a:solidFill>
                        <a:latin typeface="Cambria Math" panose="02040503050406030204" pitchFamily="18" charset="0"/>
                        <a:cs typeface="Arial" panose="020B0604020202020204" pitchFamily="34" charset="0"/>
                      </a:rPr>
                      <m:t>=</m:t>
                    </m:r>
                    <m:d>
                      <m:dPr>
                        <m:begChr m:val="["/>
                        <m:endChr m:val="]"/>
                        <m:ctrlPr>
                          <a:rPr lang="en-US" sz="900" i="1">
                            <a:solidFill>
                              <a:srgbClr val="FF0000"/>
                            </a:solidFill>
                            <a:latin typeface="Cambria Math" panose="02040503050406030204" pitchFamily="18" charset="0"/>
                            <a:cs typeface="Arial" panose="020B0604020202020204" pitchFamily="34" charset="0"/>
                          </a:rPr>
                        </m:ctrlPr>
                      </m:dPr>
                      <m:e>
                        <m:r>
                          <a:rPr lang="en-US" sz="900" i="1">
                            <a:solidFill>
                              <a:srgbClr val="FF0000"/>
                            </a:solidFill>
                            <a:latin typeface="Cambria Math" panose="02040503050406030204" pitchFamily="18" charset="0"/>
                            <a:cs typeface="Arial" panose="020B0604020202020204" pitchFamily="34" charset="0"/>
                          </a:rPr>
                          <m:t>0%,</m:t>
                        </m:r>
                        <m:r>
                          <a:rPr lang="en-US" sz="900" i="1">
                            <a:solidFill>
                              <a:srgbClr val="FF0000"/>
                            </a:solidFill>
                            <a:latin typeface="Cambria Math" panose="02040503050406030204" pitchFamily="18" charset="0"/>
                            <a:cs typeface="Arial" panose="020B0604020202020204" pitchFamily="34" charset="0"/>
                          </a:rPr>
                          <m:t>10</m:t>
                        </m:r>
                        <m:r>
                          <a:rPr lang="en-US" sz="900" i="1">
                            <a:solidFill>
                              <a:srgbClr val="FF0000"/>
                            </a:solidFill>
                            <a:latin typeface="Cambria Math" panose="02040503050406030204" pitchFamily="18" charset="0"/>
                            <a:cs typeface="Arial" panose="020B0604020202020204" pitchFamily="34" charset="0"/>
                          </a:rPr>
                          <m:t>%, </m:t>
                        </m:r>
                        <m:r>
                          <a:rPr lang="en-US" sz="900" i="1">
                            <a:solidFill>
                              <a:srgbClr val="FF0000"/>
                            </a:solidFill>
                            <a:latin typeface="Cambria Math" panose="02040503050406030204" pitchFamily="18" charset="0"/>
                            <a:cs typeface="Arial" panose="020B0604020202020204" pitchFamily="34" charset="0"/>
                          </a:rPr>
                          <m:t>2</m:t>
                        </m:r>
                        <m:r>
                          <a:rPr lang="en-US" sz="900" i="1">
                            <a:solidFill>
                              <a:srgbClr val="FF0000"/>
                            </a:solidFill>
                            <a:latin typeface="Cambria Math" panose="02040503050406030204" pitchFamily="18" charset="0"/>
                            <a:cs typeface="Arial" panose="020B0604020202020204" pitchFamily="34" charset="0"/>
                          </a:rPr>
                          <m:t>0%, </m:t>
                        </m:r>
                        <m:r>
                          <a:rPr lang="en-US" sz="900" i="1">
                            <a:solidFill>
                              <a:srgbClr val="FF0000"/>
                            </a:solidFill>
                            <a:latin typeface="Cambria Math" panose="02040503050406030204" pitchFamily="18" charset="0"/>
                            <a:cs typeface="Arial" panose="020B0604020202020204" pitchFamily="34" charset="0"/>
                          </a:rPr>
                          <m:t>30</m:t>
                        </m:r>
                        <m:r>
                          <a:rPr lang="en-US" sz="900" i="1">
                            <a:solidFill>
                              <a:srgbClr val="FF0000"/>
                            </a:solidFill>
                            <a:latin typeface="Cambria Math" panose="02040503050406030204" pitchFamily="18" charset="0"/>
                            <a:cs typeface="Arial" panose="020B0604020202020204" pitchFamily="34" charset="0"/>
                          </a:rPr>
                          <m:t>%</m:t>
                        </m:r>
                      </m:e>
                    </m:d>
                  </m:oMath>
                </a14:m>
                <a:r>
                  <a:rPr lang="en-US" sz="900" dirty="0">
                    <a:solidFill>
                      <a:srgbClr val="FF0000"/>
                    </a:solidFill>
                    <a:latin typeface="Arial" panose="020B0604020202020204" pitchFamily="34" charset="0"/>
                    <a:cs typeface="Arial" panose="020B0604020202020204" pitchFamily="34" charset="0"/>
                  </a:rPr>
                  <a:t>  </a:t>
                </a:r>
              </a:p>
              <a:p>
                <a:pPr marL="171450" indent="-171450">
                  <a:buFontTx/>
                  <a:buChar char="-"/>
                </a:pPr>
                <a:r>
                  <a:rPr lang="en-US" sz="900" dirty="0">
                    <a:solidFill>
                      <a:srgbClr val="FF0000"/>
                    </a:solidFill>
                    <a:latin typeface="Arial" panose="020B0604020202020204" pitchFamily="34" charset="0"/>
                    <a:cs typeface="Arial" panose="020B0604020202020204" pitchFamily="34" charset="0"/>
                  </a:rPr>
                  <a:t>High demand uncertainty =&gt;  </a:t>
                </a:r>
                <a:br>
                  <a:rPr lang="en-US" sz="900" i="1" dirty="0">
                    <a:solidFill>
                      <a:srgbClr val="FF0000"/>
                    </a:solidFill>
                    <a:latin typeface="Cambria Math" panose="02040503050406030204" pitchFamily="18" charset="0"/>
                    <a:cs typeface="Arial" panose="020B0604020202020204" pitchFamily="34" charset="0"/>
                  </a:rPr>
                </a:br>
                <a14:m>
                  <m:oMath xmlns:m="http://schemas.openxmlformats.org/officeDocument/2006/math">
                    <m:r>
                      <a:rPr lang="en-US" sz="900" b="0" i="1" smtClean="0">
                        <a:solidFill>
                          <a:srgbClr val="FF0000"/>
                        </a:solidFill>
                        <a:latin typeface="Cambria Math" panose="02040503050406030204" pitchFamily="18" charset="0"/>
                        <a:cs typeface="Arial" panose="020B0604020202020204" pitchFamily="34" charset="0"/>
                      </a:rPr>
                      <m:t>𝜎</m:t>
                    </m:r>
                    <m:r>
                      <a:rPr lang="en-US" sz="900" i="1">
                        <a:solidFill>
                          <a:srgbClr val="FF0000"/>
                        </a:solidFill>
                        <a:latin typeface="Cambria Math" panose="02040503050406030204" pitchFamily="18" charset="0"/>
                        <a:cs typeface="Arial" panose="020B0604020202020204" pitchFamily="34" charset="0"/>
                      </a:rPr>
                      <m:t>=</m:t>
                    </m:r>
                    <m:d>
                      <m:dPr>
                        <m:begChr m:val="["/>
                        <m:endChr m:val="]"/>
                        <m:ctrlPr>
                          <a:rPr lang="en-US" sz="900" i="1">
                            <a:solidFill>
                              <a:srgbClr val="FF0000"/>
                            </a:solidFill>
                            <a:latin typeface="Cambria Math" panose="02040503050406030204" pitchFamily="18" charset="0"/>
                            <a:cs typeface="Arial" panose="020B0604020202020204" pitchFamily="34" charset="0"/>
                          </a:rPr>
                        </m:ctrlPr>
                      </m:dPr>
                      <m:e>
                        <m:r>
                          <a:rPr lang="en-US" sz="900" i="1">
                            <a:solidFill>
                              <a:srgbClr val="FF0000"/>
                            </a:solidFill>
                            <a:latin typeface="Cambria Math" panose="02040503050406030204" pitchFamily="18" charset="0"/>
                            <a:cs typeface="Arial" panose="020B0604020202020204" pitchFamily="34" charset="0"/>
                          </a:rPr>
                          <m:t>0%,</m:t>
                        </m:r>
                        <m:r>
                          <a:rPr lang="en-US" sz="900" i="1">
                            <a:solidFill>
                              <a:srgbClr val="FF0000"/>
                            </a:solidFill>
                            <a:latin typeface="Cambria Math" panose="02040503050406030204" pitchFamily="18" charset="0"/>
                            <a:cs typeface="Arial" panose="020B0604020202020204" pitchFamily="34" charset="0"/>
                          </a:rPr>
                          <m:t>2</m:t>
                        </m:r>
                        <m:r>
                          <a:rPr lang="en-US" sz="900" i="1">
                            <a:solidFill>
                              <a:srgbClr val="FF0000"/>
                            </a:solidFill>
                            <a:latin typeface="Cambria Math" panose="02040503050406030204" pitchFamily="18" charset="0"/>
                            <a:cs typeface="Arial" panose="020B0604020202020204" pitchFamily="34" charset="0"/>
                          </a:rPr>
                          <m:t>0%, </m:t>
                        </m:r>
                        <m:r>
                          <a:rPr lang="en-US" sz="900" i="1">
                            <a:solidFill>
                              <a:srgbClr val="FF0000"/>
                            </a:solidFill>
                            <a:latin typeface="Cambria Math" panose="02040503050406030204" pitchFamily="18" charset="0"/>
                            <a:cs typeface="Arial" panose="020B0604020202020204" pitchFamily="34" charset="0"/>
                          </a:rPr>
                          <m:t>4</m:t>
                        </m:r>
                        <m:r>
                          <a:rPr lang="en-US" sz="900" i="1">
                            <a:solidFill>
                              <a:srgbClr val="FF0000"/>
                            </a:solidFill>
                            <a:latin typeface="Cambria Math" panose="02040503050406030204" pitchFamily="18" charset="0"/>
                            <a:cs typeface="Arial" panose="020B0604020202020204" pitchFamily="34" charset="0"/>
                          </a:rPr>
                          <m:t>0%, </m:t>
                        </m:r>
                        <m:r>
                          <a:rPr lang="en-US" sz="900" i="1">
                            <a:solidFill>
                              <a:srgbClr val="FF0000"/>
                            </a:solidFill>
                            <a:latin typeface="Cambria Math" panose="02040503050406030204" pitchFamily="18" charset="0"/>
                            <a:cs typeface="Arial" panose="020B0604020202020204" pitchFamily="34" charset="0"/>
                          </a:rPr>
                          <m:t>6</m:t>
                        </m:r>
                        <m:r>
                          <a:rPr lang="en-US" sz="900" i="1">
                            <a:solidFill>
                              <a:srgbClr val="FF0000"/>
                            </a:solidFill>
                            <a:latin typeface="Cambria Math" panose="02040503050406030204" pitchFamily="18" charset="0"/>
                            <a:cs typeface="Arial" panose="020B0604020202020204" pitchFamily="34" charset="0"/>
                          </a:rPr>
                          <m:t>0%</m:t>
                        </m:r>
                      </m:e>
                    </m:d>
                  </m:oMath>
                </a14:m>
                <a:r>
                  <a:rPr lang="en-US" sz="900" dirty="0">
                    <a:solidFill>
                      <a:srgbClr val="FF0000"/>
                    </a:solidFill>
                    <a:latin typeface="Arial" panose="020B0604020202020204" pitchFamily="34" charset="0"/>
                    <a:cs typeface="Arial" panose="020B0604020202020204" pitchFamily="34" charset="0"/>
                  </a:rPr>
                  <a:t> </a:t>
                </a:r>
              </a:p>
              <a:p>
                <a:pPr marL="171450" indent="-171450">
                  <a:buFontTx/>
                  <a:buChar char="-"/>
                </a:pPr>
                <a:endParaRPr lang="en-US" sz="900" dirty="0">
                  <a:solidFill>
                    <a:srgbClr val="FF0000"/>
                  </a:solidFill>
                  <a:latin typeface="Arial" panose="020B0604020202020204" pitchFamily="34" charset="0"/>
                  <a:cs typeface="Arial" panose="020B0604020202020204" pitchFamily="34" charset="0"/>
                </a:endParaRPr>
              </a:p>
              <a:p>
                <a:r>
                  <a:rPr lang="en-US" sz="900" dirty="0">
                    <a:solidFill>
                      <a:srgbClr val="FF0000"/>
                    </a:solidFill>
                    <a:latin typeface="Arial" panose="020B0604020202020204" pitchFamily="34" charset="0"/>
                    <a:cs typeface="Arial" panose="020B0604020202020204" pitchFamily="34" charset="0"/>
                  </a:rPr>
                  <a:t>NOTE: here </a:t>
                </a:r>
                <a14:m>
                  <m:oMath xmlns:m="http://schemas.openxmlformats.org/officeDocument/2006/math">
                    <m:r>
                      <a:rPr lang="en-US" sz="900" b="0" i="1" smtClean="0">
                        <a:solidFill>
                          <a:srgbClr val="FF0000"/>
                        </a:solidFill>
                        <a:latin typeface="Cambria Math" panose="02040503050406030204" pitchFamily="18" charset="0"/>
                        <a:cs typeface="Arial" panose="020B0604020202020204" pitchFamily="34" charset="0"/>
                      </a:rPr>
                      <m:t>𝜎</m:t>
                    </m:r>
                  </m:oMath>
                </a14:m>
                <a:r>
                  <a:rPr lang="en-US" sz="900" dirty="0">
                    <a:solidFill>
                      <a:srgbClr val="FF0000"/>
                    </a:solidFill>
                    <a:latin typeface="Arial" panose="020B0604020202020204" pitchFamily="34" charset="0"/>
                    <a:cs typeface="Arial" panose="020B0604020202020204" pitchFamily="34" charset="0"/>
                  </a:rPr>
                  <a:t> is relative to the mean.</a:t>
                </a:r>
              </a:p>
            </p:txBody>
          </p:sp>
        </mc:Choice>
        <mc:Fallback>
          <p:sp>
            <p:nvSpPr>
              <p:cNvPr id="3" name="TextBox 2">
                <a:extLst>
                  <a:ext uri="{FF2B5EF4-FFF2-40B4-BE49-F238E27FC236}">
                    <a16:creationId xmlns:a16="http://schemas.microsoft.com/office/drawing/2014/main" id="{D25F7CEB-859B-E2DB-4F7C-526E7AC0DB92}"/>
                  </a:ext>
                </a:extLst>
              </p:cNvPr>
              <p:cNvSpPr txBox="1">
                <a:spLocks noRot="1" noChangeAspect="1" noMove="1" noResize="1" noEditPoints="1" noAdjustHandles="1" noChangeArrowheads="1" noChangeShapeType="1" noTextEdit="1"/>
              </p:cNvSpPr>
              <p:nvPr/>
            </p:nvSpPr>
            <p:spPr>
              <a:xfrm>
                <a:off x="6444208" y="4365104"/>
                <a:ext cx="2520280" cy="2031325"/>
              </a:xfrm>
              <a:prstGeom prst="rect">
                <a:avLst/>
              </a:prstGeom>
              <a:blipFill>
                <a:blip r:embed="rId3"/>
                <a:stretch>
                  <a:fillRect b="-601"/>
                </a:stretch>
              </a:blipFill>
            </p:spPr>
            <p:txBody>
              <a:bodyPr/>
              <a:lstStyle/>
              <a:p>
                <a:r>
                  <a:rPr lang="en-FI">
                    <a:noFill/>
                  </a:rPr>
                  <a:t> </a:t>
                </a:r>
              </a:p>
            </p:txBody>
          </p:sp>
        </mc:Fallback>
      </mc:AlternateContent>
      <p:grpSp>
        <p:nvGrpSpPr>
          <p:cNvPr id="6" name="Group 5">
            <a:extLst>
              <a:ext uri="{FF2B5EF4-FFF2-40B4-BE49-F238E27FC236}">
                <a16:creationId xmlns:a16="http://schemas.microsoft.com/office/drawing/2014/main" id="{55861E89-2CE3-28E6-7478-5C6DC9C22EAD}"/>
              </a:ext>
            </a:extLst>
          </p:cNvPr>
          <p:cNvGrpSpPr/>
          <p:nvPr/>
        </p:nvGrpSpPr>
        <p:grpSpPr>
          <a:xfrm>
            <a:off x="2148847" y="6124343"/>
            <a:ext cx="2712600" cy="63360"/>
            <a:chOff x="2148847" y="6124343"/>
            <a:chExt cx="2712600" cy="63360"/>
          </a:xfrm>
        </p:grpSpPr>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DC5C1CBF-60FF-55D4-12A3-58FCB15CA855}"/>
                    </a:ext>
                  </a:extLst>
                </p14:cNvPr>
                <p14:cNvContentPartPr/>
                <p14:nvPr/>
              </p14:nvContentPartPr>
              <p14:xfrm>
                <a:off x="4767127" y="6124343"/>
                <a:ext cx="94320" cy="360"/>
              </p14:xfrm>
            </p:contentPart>
          </mc:Choice>
          <mc:Fallback>
            <p:pic>
              <p:nvPicPr>
                <p:cNvPr id="4" name="Ink 3">
                  <a:extLst>
                    <a:ext uri="{FF2B5EF4-FFF2-40B4-BE49-F238E27FC236}">
                      <a16:creationId xmlns:a16="http://schemas.microsoft.com/office/drawing/2014/main" id="{DC5C1CBF-60FF-55D4-12A3-58FCB15CA855}"/>
                    </a:ext>
                  </a:extLst>
                </p:cNvPr>
                <p:cNvPicPr/>
                <p:nvPr/>
              </p:nvPicPr>
              <p:blipFill>
                <a:blip r:embed="rId5"/>
                <a:stretch>
                  <a:fillRect/>
                </a:stretch>
              </p:blipFill>
              <p:spPr>
                <a:xfrm>
                  <a:off x="4761007" y="6118223"/>
                  <a:ext cx="10656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5" name="Ink 4">
                  <a:extLst>
                    <a:ext uri="{FF2B5EF4-FFF2-40B4-BE49-F238E27FC236}">
                      <a16:creationId xmlns:a16="http://schemas.microsoft.com/office/drawing/2014/main" id="{E6731126-73CA-4446-B98B-55E9807E0B31}"/>
                    </a:ext>
                  </a:extLst>
                </p14:cNvPr>
                <p14:cNvContentPartPr/>
                <p14:nvPr/>
              </p14:nvContentPartPr>
              <p14:xfrm>
                <a:off x="2148847" y="6134063"/>
                <a:ext cx="2680560" cy="53640"/>
              </p14:xfrm>
            </p:contentPart>
          </mc:Choice>
          <mc:Fallback>
            <p:pic>
              <p:nvPicPr>
                <p:cNvPr id="5" name="Ink 4">
                  <a:extLst>
                    <a:ext uri="{FF2B5EF4-FFF2-40B4-BE49-F238E27FC236}">
                      <a16:creationId xmlns:a16="http://schemas.microsoft.com/office/drawing/2014/main" id="{E6731126-73CA-4446-B98B-55E9807E0B31}"/>
                    </a:ext>
                  </a:extLst>
                </p:cNvPr>
                <p:cNvPicPr/>
                <p:nvPr/>
              </p:nvPicPr>
              <p:blipFill>
                <a:blip r:embed="rId7"/>
                <a:stretch>
                  <a:fillRect/>
                </a:stretch>
              </p:blipFill>
              <p:spPr>
                <a:xfrm>
                  <a:off x="2142727" y="6127943"/>
                  <a:ext cx="2692800" cy="65880"/>
                </a:xfrm>
                <a:prstGeom prst="rect">
                  <a:avLst/>
                </a:prstGeom>
              </p:spPr>
            </p:pic>
          </mc:Fallback>
        </mc:AlternateContent>
      </p:grpSp>
      <p:sp>
        <p:nvSpPr>
          <p:cNvPr id="7" name="TextBox 6">
            <a:extLst>
              <a:ext uri="{FF2B5EF4-FFF2-40B4-BE49-F238E27FC236}">
                <a16:creationId xmlns:a16="http://schemas.microsoft.com/office/drawing/2014/main" id="{C13FEE29-2F97-6C94-4544-4BB91E0D53B6}"/>
              </a:ext>
            </a:extLst>
          </p:cNvPr>
          <p:cNvSpPr txBox="1"/>
          <p:nvPr/>
        </p:nvSpPr>
        <p:spPr>
          <a:xfrm>
            <a:off x="755576" y="5903803"/>
            <a:ext cx="1296144" cy="507831"/>
          </a:xfrm>
          <a:prstGeom prst="rect">
            <a:avLst/>
          </a:prstGeom>
          <a:noFill/>
        </p:spPr>
        <p:txBody>
          <a:bodyPr wrap="square" rtlCol="0">
            <a:spAutoFit/>
          </a:bodyPr>
          <a:lstStyle/>
          <a:p>
            <a:r>
              <a:rPr lang="en-US" sz="900" dirty="0">
                <a:solidFill>
                  <a:srgbClr val="FF0000"/>
                </a:solidFill>
                <a:latin typeface="Arial" panose="020B0604020202020204" pitchFamily="34" charset="0"/>
                <a:cs typeface="Arial" panose="020B0604020202020204" pitchFamily="34" charset="0"/>
              </a:rPr>
              <a:t>Simplification: same expected demand in each period?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2141952" y="0"/>
          <a:ext cx="7002048" cy="6877050"/>
          <a:chOff x="2141952" y="0"/>
          <a:chExt cx="7002048" cy="6877050"/>
        </a:xfrm>
      </p:grpSpPr>
      <p:pic>
        <p:nvPicPr>
          <p:cNvPr id="2" name="Slide"/>
          <p:cNvPicPr>
            <a:picLocks noChangeAspect="1"/>
          </p:cNvPicPr>
          <p:nvPr/>
        </p:nvPicPr>
        <p:blipFill>
          <a:blip r:embed="rId2"/>
          <a:stretch>
            <a:fillRect/>
          </a:stretch>
        </p:blipFill>
        <p:spPr>
          <a:xfrm>
            <a:off x="2141952" y="0"/>
            <a:ext cx="4860096" cy="6877050"/>
          </a:xfrm>
          <a:prstGeom prst="rect">
            <a:avLst/>
          </a:prstGeom>
        </p:spPr>
      </p:pic>
      <p:sp>
        <p:nvSpPr>
          <p:cNvPr id="3" name="TextBox 2">
            <a:extLst>
              <a:ext uri="{FF2B5EF4-FFF2-40B4-BE49-F238E27FC236}">
                <a16:creationId xmlns:a16="http://schemas.microsoft.com/office/drawing/2014/main" id="{EEAEB188-5A81-3F21-24CB-D8BFB320A125}"/>
              </a:ext>
            </a:extLst>
          </p:cNvPr>
          <p:cNvSpPr txBox="1"/>
          <p:nvPr/>
        </p:nvSpPr>
        <p:spPr>
          <a:xfrm>
            <a:off x="6300192" y="4293096"/>
            <a:ext cx="2520280" cy="1446550"/>
          </a:xfrm>
          <a:prstGeom prst="rect">
            <a:avLst/>
          </a:prstGeom>
          <a:noFill/>
        </p:spPr>
        <p:txBody>
          <a:bodyPr wrap="square" rtlCol="0">
            <a:spAutoFit/>
          </a:bodyPr>
          <a:lstStyle/>
          <a:p>
            <a:r>
              <a:rPr lang="en-US" sz="1100" dirty="0">
                <a:solidFill>
                  <a:srgbClr val="FF0000"/>
                </a:solidFill>
                <a:latin typeface="Arial" panose="020B0604020202020204" pitchFamily="34" charset="0"/>
                <a:cs typeface="Arial" panose="020B0604020202020204" pitchFamily="34" charset="0"/>
              </a:rPr>
              <a:t>OK </a:t>
            </a:r>
          </a:p>
          <a:p>
            <a:endParaRPr lang="en-US" sz="1100" dirty="0">
              <a:solidFill>
                <a:srgbClr val="FF0000"/>
              </a:solidFill>
              <a:latin typeface="Arial" panose="020B0604020202020204" pitchFamily="34" charset="0"/>
              <a:cs typeface="Arial" panose="020B0604020202020204" pitchFamily="34" charset="0"/>
            </a:endParaRPr>
          </a:p>
          <a:p>
            <a:r>
              <a:rPr lang="en-US" sz="1100" dirty="0">
                <a:solidFill>
                  <a:srgbClr val="FF0000"/>
                </a:solidFill>
                <a:latin typeface="Arial" panose="020B0604020202020204" pitchFamily="34" charset="0"/>
                <a:cs typeface="Arial" panose="020B0604020202020204" pitchFamily="34" charset="0"/>
              </a:rPr>
              <a:t>Although, we will likely have to motivate why all demand is not carried over. Is it because people die? Or because the crisis is over quickly (quite unlikely for climate crises).</a:t>
            </a:r>
            <a:endParaRPr lang="en-FI" sz="1100" dirty="0">
              <a:solidFill>
                <a:srgbClr val="FF0000"/>
              </a:solidFill>
              <a:latin typeface="Arial" panose="020B0604020202020204" pitchFamily="34" charset="0"/>
              <a:cs typeface="Arial" panose="020B0604020202020204" pitchFamily="34" charset="0"/>
            </a:endParaRPr>
          </a:p>
        </p:txBody>
      </p:sp>
      <p:grpSp>
        <p:nvGrpSpPr>
          <p:cNvPr id="6" name="Group 5">
            <a:extLst>
              <a:ext uri="{FF2B5EF4-FFF2-40B4-BE49-F238E27FC236}">
                <a16:creationId xmlns:a16="http://schemas.microsoft.com/office/drawing/2014/main" id="{DADFC954-7ABA-EB2E-292C-68DB9F02DF43}"/>
              </a:ext>
            </a:extLst>
          </p:cNvPr>
          <p:cNvGrpSpPr/>
          <p:nvPr/>
        </p:nvGrpSpPr>
        <p:grpSpPr>
          <a:xfrm>
            <a:off x="4709887" y="5215163"/>
            <a:ext cx="1532880" cy="628200"/>
            <a:chOff x="4709887" y="5215163"/>
            <a:chExt cx="1532880" cy="628200"/>
          </a:xfrm>
        </p:grpSpPr>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88397B1B-B501-CE4E-930C-A1EEC5E2A574}"/>
                    </a:ext>
                  </a:extLst>
                </p14:cNvPr>
                <p14:cNvContentPartPr/>
                <p14:nvPr/>
              </p14:nvContentPartPr>
              <p14:xfrm>
                <a:off x="4709887" y="5743283"/>
                <a:ext cx="159840" cy="5400"/>
              </p14:xfrm>
            </p:contentPart>
          </mc:Choice>
          <mc:Fallback>
            <p:pic>
              <p:nvPicPr>
                <p:cNvPr id="4" name="Ink 3">
                  <a:extLst>
                    <a:ext uri="{FF2B5EF4-FFF2-40B4-BE49-F238E27FC236}">
                      <a16:creationId xmlns:a16="http://schemas.microsoft.com/office/drawing/2014/main" id="{88397B1B-B501-CE4E-930C-A1EEC5E2A574}"/>
                    </a:ext>
                  </a:extLst>
                </p:cNvPr>
                <p:cNvPicPr/>
                <p:nvPr/>
              </p:nvPicPr>
              <p:blipFill>
                <a:blip r:embed="rId4"/>
                <a:stretch>
                  <a:fillRect/>
                </a:stretch>
              </p:blipFill>
              <p:spPr>
                <a:xfrm>
                  <a:off x="4703767" y="5737163"/>
                  <a:ext cx="172080" cy="1764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5" name="Ink 4">
                  <a:extLst>
                    <a:ext uri="{FF2B5EF4-FFF2-40B4-BE49-F238E27FC236}">
                      <a16:creationId xmlns:a16="http://schemas.microsoft.com/office/drawing/2014/main" id="{DC6EAF0E-92EA-651B-C990-BB9355FF7663}"/>
                    </a:ext>
                  </a:extLst>
                </p14:cNvPr>
                <p14:cNvContentPartPr/>
                <p14:nvPr/>
              </p14:nvContentPartPr>
              <p14:xfrm>
                <a:off x="4852447" y="5215163"/>
                <a:ext cx="1390320" cy="628200"/>
              </p14:xfrm>
            </p:contentPart>
          </mc:Choice>
          <mc:Fallback>
            <p:pic>
              <p:nvPicPr>
                <p:cNvPr id="5" name="Ink 4">
                  <a:extLst>
                    <a:ext uri="{FF2B5EF4-FFF2-40B4-BE49-F238E27FC236}">
                      <a16:creationId xmlns:a16="http://schemas.microsoft.com/office/drawing/2014/main" id="{DC6EAF0E-92EA-651B-C990-BB9355FF7663}"/>
                    </a:ext>
                  </a:extLst>
                </p:cNvPr>
                <p:cNvPicPr/>
                <p:nvPr/>
              </p:nvPicPr>
              <p:blipFill>
                <a:blip r:embed="rId6"/>
                <a:stretch>
                  <a:fillRect/>
                </a:stretch>
              </p:blipFill>
              <p:spPr>
                <a:xfrm>
                  <a:off x="4846327" y="5209043"/>
                  <a:ext cx="1402560" cy="640440"/>
                </a:xfrm>
                <a:prstGeom prst="rect">
                  <a:avLst/>
                </a:prstGeom>
              </p:spPr>
            </p:pic>
          </mc:Fallback>
        </mc:AlternateContent>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2141952" y="0"/>
          <a:ext cx="7002048" cy="6877050"/>
          <a:chOff x="2141952" y="0"/>
          <a:chExt cx="7002048" cy="6877050"/>
        </a:xfrm>
      </p:grpSpPr>
      <p:pic>
        <p:nvPicPr>
          <p:cNvPr id="2" name="Slide"/>
          <p:cNvPicPr>
            <a:picLocks noChangeAspect="1"/>
          </p:cNvPicPr>
          <p:nvPr/>
        </p:nvPicPr>
        <p:blipFill>
          <a:blip r:embed="rId2"/>
          <a:stretch>
            <a:fillRect/>
          </a:stretch>
        </p:blipFill>
        <p:spPr>
          <a:xfrm>
            <a:off x="2141952" y="0"/>
            <a:ext cx="4860096" cy="6877050"/>
          </a:xfrm>
          <a:prstGeom prst="rect">
            <a:avLst/>
          </a:prstGeom>
        </p:spPr>
      </p:pic>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ED62F6E3-2248-F406-BAAB-C9A3C372C84B}"/>
                  </a:ext>
                </a:extLst>
              </p:cNvPr>
              <p:cNvSpPr txBox="1"/>
              <p:nvPr/>
            </p:nvSpPr>
            <p:spPr>
              <a:xfrm>
                <a:off x="6312617" y="137483"/>
                <a:ext cx="2520280" cy="5149808"/>
              </a:xfrm>
              <a:prstGeom prst="rect">
                <a:avLst/>
              </a:prstGeom>
              <a:noFill/>
            </p:spPr>
            <p:txBody>
              <a:bodyPr wrap="square" rtlCol="0">
                <a:spAutoFit/>
              </a:bodyPr>
              <a:lstStyle/>
              <a:p>
                <a:r>
                  <a:rPr lang="en-US" sz="800" dirty="0">
                    <a:solidFill>
                      <a:srgbClr val="FF0000"/>
                    </a:solidFill>
                    <a:latin typeface="Arial" panose="020B0604020202020204" pitchFamily="34" charset="0"/>
                    <a:cs typeface="Arial" panose="020B0604020202020204" pitchFamily="34" charset="0"/>
                  </a:rPr>
                  <a:t>Simplify this?</a:t>
                </a:r>
              </a:p>
              <a:p>
                <a:endParaRPr lang="en-US" sz="800" dirty="0">
                  <a:solidFill>
                    <a:srgbClr val="FF0000"/>
                  </a:solidFill>
                  <a:latin typeface="Arial" panose="020B0604020202020204" pitchFamily="34" charset="0"/>
                  <a:cs typeface="Arial" panose="020B0604020202020204" pitchFamily="34" charset="0"/>
                </a:endParaRPr>
              </a:p>
              <a:p>
                <a:r>
                  <a:rPr lang="en-US" sz="800" dirty="0">
                    <a:solidFill>
                      <a:srgbClr val="FF0000"/>
                    </a:solidFill>
                    <a:latin typeface="Arial" panose="020B0604020202020204" pitchFamily="34" charset="0"/>
                    <a:cs typeface="Arial" panose="020B0604020202020204" pitchFamily="34" charset="0"/>
                  </a:rPr>
                  <a:t>The log-normal uncertainty distribution means that the demand forecasts can be in the range </a:t>
                </a:r>
                <a14:m>
                  <m:oMath xmlns:m="http://schemas.openxmlformats.org/officeDocument/2006/math">
                    <m:r>
                      <a:rPr lang="en-US" sz="800" b="0" i="1" smtClean="0">
                        <a:solidFill>
                          <a:srgbClr val="FF0000"/>
                        </a:solidFill>
                        <a:latin typeface="Cambria Math" panose="02040503050406030204" pitchFamily="18" charset="0"/>
                        <a:cs typeface="Arial" panose="020B0604020202020204" pitchFamily="34" charset="0"/>
                      </a:rPr>
                      <m:t>[0. </m:t>
                    </m:r>
                    <m:r>
                      <a:rPr lang="en-FI" sz="800" dirty="0" smtClean="0">
                        <a:solidFill>
                          <a:srgbClr val="FF0000"/>
                        </a:solidFill>
                        <a:latin typeface="Cambria Math" panose="02040503050406030204" pitchFamily="18" charset="0"/>
                      </a:rPr>
                      <m:t>∞</m:t>
                    </m:r>
                    <m:r>
                      <a:rPr lang="en-US" sz="800" b="0" i="0" dirty="0" smtClean="0">
                        <a:solidFill>
                          <a:srgbClr val="FF0000"/>
                        </a:solidFill>
                        <a:latin typeface="Cambria Math" panose="02040503050406030204" pitchFamily="18" charset="0"/>
                      </a:rPr>
                      <m:t>]</m:t>
                    </m:r>
                  </m:oMath>
                </a14:m>
                <a:r>
                  <a:rPr lang="en-US" sz="800" dirty="0">
                    <a:solidFill>
                      <a:srgbClr val="FF0000"/>
                    </a:solidFill>
                    <a:latin typeface="Arial" panose="020B0604020202020204" pitchFamily="34" charset="0"/>
                    <a:cs typeface="Arial" panose="020B0604020202020204" pitchFamily="34" charset="0"/>
                  </a:rPr>
                  <a:t>, which is probably not very realistic (although extremes are unlikely).</a:t>
                </a:r>
              </a:p>
              <a:p>
                <a:endParaRPr lang="en-US" sz="800" dirty="0">
                  <a:solidFill>
                    <a:srgbClr val="FF0000"/>
                  </a:solidFill>
                  <a:latin typeface="Arial" panose="020B0604020202020204" pitchFamily="34" charset="0"/>
                  <a:cs typeface="Arial" panose="020B0604020202020204" pitchFamily="34" charset="0"/>
                </a:endParaRPr>
              </a:p>
              <a:p>
                <a:r>
                  <a:rPr lang="en-US" sz="800" dirty="0">
                    <a:solidFill>
                      <a:srgbClr val="FF0000"/>
                    </a:solidFill>
                    <a:latin typeface="Arial" panose="020B0604020202020204" pitchFamily="34" charset="0"/>
                    <a:cs typeface="Arial" panose="020B0604020202020204" pitchFamily="34" charset="0"/>
                  </a:rPr>
                  <a:t>In general, I would say that the estimate of human decision-makers are, to some extent, bounded by a relative interval with respect to the true value.</a:t>
                </a:r>
              </a:p>
              <a:p>
                <a:endParaRPr lang="en-US" sz="800" dirty="0">
                  <a:solidFill>
                    <a:srgbClr val="FF0000"/>
                  </a:solidFill>
                  <a:latin typeface="Arial" panose="020B0604020202020204" pitchFamily="34" charset="0"/>
                  <a:cs typeface="Arial" panose="020B0604020202020204" pitchFamily="34" charset="0"/>
                </a:endParaRPr>
              </a:p>
              <a:p>
                <a:r>
                  <a:rPr lang="en-US" sz="800" dirty="0">
                    <a:solidFill>
                      <a:srgbClr val="FF0000"/>
                    </a:solidFill>
                    <a:latin typeface="Arial" panose="020B0604020202020204" pitchFamily="34" charset="0"/>
                    <a:cs typeface="Arial" panose="020B0604020202020204" pitchFamily="34" charset="0"/>
                  </a:rPr>
                  <a:t>Thus, I would simplify this to </a:t>
                </a:r>
              </a:p>
              <a:p>
                <a:endParaRPr lang="en-US" sz="800" b="0" i="1" dirty="0">
                  <a:solidFill>
                    <a:srgbClr val="FF0000"/>
                  </a:solidFill>
                  <a:latin typeface="Cambria Math" panose="02040503050406030204" pitchFamily="18" charset="0"/>
                  <a:cs typeface="Arial" panose="020B0604020202020204" pitchFamily="34" charset="0"/>
                </a:endParaRPr>
              </a:p>
              <a:p>
                <a14:m>
                  <m:oMath xmlns:m="http://schemas.openxmlformats.org/officeDocument/2006/math">
                    <m:sSub>
                      <m:sSubPr>
                        <m:ctrlPr>
                          <a:rPr lang="en-US" sz="800" b="0" i="1" smtClean="0">
                            <a:solidFill>
                              <a:srgbClr val="FF0000"/>
                            </a:solidFill>
                            <a:latin typeface="Cambria Math" panose="02040503050406030204" pitchFamily="18" charset="0"/>
                            <a:cs typeface="Arial" panose="020B0604020202020204" pitchFamily="34" charset="0"/>
                          </a:rPr>
                        </m:ctrlPr>
                      </m:sSubPr>
                      <m:e>
                        <m:r>
                          <a:rPr lang="en-US" sz="800" b="0" i="1" smtClean="0">
                            <a:solidFill>
                              <a:srgbClr val="FF0000"/>
                            </a:solidFill>
                            <a:latin typeface="Cambria Math" panose="02040503050406030204" pitchFamily="18" charset="0"/>
                            <a:cs typeface="Arial" panose="020B0604020202020204" pitchFamily="34" charset="0"/>
                          </a:rPr>
                          <m:t>𝑒</m:t>
                        </m:r>
                      </m:e>
                      <m:sub>
                        <m:r>
                          <a:rPr lang="en-US" sz="800" b="0" i="1" smtClean="0">
                            <a:solidFill>
                              <a:srgbClr val="FF0000"/>
                            </a:solidFill>
                            <a:latin typeface="Cambria Math" panose="02040503050406030204" pitchFamily="18" charset="0"/>
                            <a:cs typeface="Arial" panose="020B0604020202020204" pitchFamily="34" charset="0"/>
                          </a:rPr>
                          <m:t>𝑡</m:t>
                        </m:r>
                        <m:r>
                          <a:rPr lang="en-US" sz="800" b="0" i="1" smtClean="0">
                            <a:solidFill>
                              <a:srgbClr val="FF0000"/>
                            </a:solidFill>
                            <a:latin typeface="Cambria Math" panose="02040503050406030204" pitchFamily="18" charset="0"/>
                            <a:cs typeface="Arial" panose="020B0604020202020204" pitchFamily="34" charset="0"/>
                          </a:rPr>
                          <m:t>,</m:t>
                        </m:r>
                        <m:r>
                          <a:rPr lang="en-US" sz="800" b="0" i="1" smtClean="0">
                            <a:solidFill>
                              <a:srgbClr val="FF0000"/>
                            </a:solidFill>
                            <a:latin typeface="Cambria Math" panose="02040503050406030204" pitchFamily="18" charset="0"/>
                            <a:cs typeface="Arial" panose="020B0604020202020204" pitchFamily="34" charset="0"/>
                          </a:rPr>
                          <m:t>𝑘</m:t>
                        </m:r>
                      </m:sub>
                    </m:sSub>
                    <m:r>
                      <a:rPr lang="en-US" sz="800" b="0" i="1" smtClean="0">
                        <a:solidFill>
                          <a:srgbClr val="FF0000"/>
                        </a:solidFill>
                        <a:latin typeface="Cambria Math" panose="02040503050406030204" pitchFamily="18" charset="0"/>
                        <a:cs typeface="Arial" panose="020B0604020202020204" pitchFamily="34" charset="0"/>
                      </a:rPr>
                      <m:t>=</m:t>
                    </m:r>
                    <m:sSubSup>
                      <m:sSubSupPr>
                        <m:ctrlPr>
                          <a:rPr lang="en-US" sz="800" b="0" i="1" smtClean="0">
                            <a:solidFill>
                              <a:srgbClr val="FF0000"/>
                            </a:solidFill>
                            <a:latin typeface="Cambria Math" panose="02040503050406030204" pitchFamily="18" charset="0"/>
                            <a:cs typeface="Arial" panose="020B0604020202020204" pitchFamily="34" charset="0"/>
                          </a:rPr>
                        </m:ctrlPr>
                      </m:sSubSupPr>
                      <m:e>
                        <m:r>
                          <a:rPr lang="en-US" sz="800" b="0" i="1" smtClean="0">
                            <a:solidFill>
                              <a:srgbClr val="FF0000"/>
                            </a:solidFill>
                            <a:latin typeface="Cambria Math" panose="02040503050406030204" pitchFamily="18" charset="0"/>
                            <a:cs typeface="Arial" panose="020B0604020202020204" pitchFamily="34" charset="0"/>
                          </a:rPr>
                          <m:t>𝐷</m:t>
                        </m:r>
                      </m:e>
                      <m:sub>
                        <m:r>
                          <a:rPr lang="en-US" sz="800" b="0" i="1" smtClean="0">
                            <a:solidFill>
                              <a:srgbClr val="FF0000"/>
                            </a:solidFill>
                            <a:latin typeface="Cambria Math" panose="02040503050406030204" pitchFamily="18" charset="0"/>
                            <a:cs typeface="Arial" panose="020B0604020202020204" pitchFamily="34" charset="0"/>
                          </a:rPr>
                          <m:t>𝑡</m:t>
                        </m:r>
                        <m:r>
                          <a:rPr lang="en-US" sz="800" b="0" i="1" smtClean="0">
                            <a:solidFill>
                              <a:srgbClr val="FF0000"/>
                            </a:solidFill>
                            <a:latin typeface="Cambria Math" panose="02040503050406030204" pitchFamily="18" charset="0"/>
                            <a:cs typeface="Arial" panose="020B0604020202020204" pitchFamily="34" charset="0"/>
                          </a:rPr>
                          <m:t>+</m:t>
                        </m:r>
                        <m:r>
                          <a:rPr lang="en-US" sz="800" b="0" i="1" smtClean="0">
                            <a:solidFill>
                              <a:srgbClr val="FF0000"/>
                            </a:solidFill>
                            <a:latin typeface="Cambria Math" panose="02040503050406030204" pitchFamily="18" charset="0"/>
                            <a:cs typeface="Arial" panose="020B0604020202020204" pitchFamily="34" charset="0"/>
                          </a:rPr>
                          <m:t>𝑘</m:t>
                        </m:r>
                      </m:sub>
                      <m:sup>
                        <m:r>
                          <a:rPr lang="en-US" sz="800" b="0" i="1" smtClean="0">
                            <a:solidFill>
                              <a:srgbClr val="FF0000"/>
                            </a:solidFill>
                            <a:latin typeface="Cambria Math" panose="02040503050406030204" pitchFamily="18" charset="0"/>
                            <a:cs typeface="Arial" panose="020B0604020202020204" pitchFamily="34" charset="0"/>
                          </a:rPr>
                          <m:t>𝑡𝑜𝑡</m:t>
                        </m:r>
                      </m:sup>
                    </m:sSubSup>
                    <m:r>
                      <a:rPr lang="en-US" sz="800" b="0" i="1" smtClean="0">
                        <a:solidFill>
                          <a:srgbClr val="FF0000"/>
                        </a:solidFill>
                        <a:latin typeface="Cambria Math" panose="02040503050406030204" pitchFamily="18" charset="0"/>
                        <a:cs typeface="Arial" panose="020B0604020202020204" pitchFamily="34" charset="0"/>
                      </a:rPr>
                      <m:t>×(1+ </m:t>
                    </m:r>
                    <m:r>
                      <a:rPr lang="en-US" sz="800" b="0" i="1" smtClean="0">
                        <a:solidFill>
                          <a:srgbClr val="FF0000"/>
                        </a:solidFill>
                        <a:latin typeface="Cambria Math" panose="02040503050406030204" pitchFamily="18" charset="0"/>
                        <a:cs typeface="Arial" panose="020B0604020202020204" pitchFamily="34" charset="0"/>
                      </a:rPr>
                      <m:t>𝑈</m:t>
                    </m:r>
                    <m:d>
                      <m:dPr>
                        <m:ctrlPr>
                          <a:rPr lang="en-US" sz="800" b="0" i="1" smtClean="0">
                            <a:solidFill>
                              <a:srgbClr val="FF0000"/>
                            </a:solidFill>
                            <a:latin typeface="Cambria Math" panose="02040503050406030204" pitchFamily="18" charset="0"/>
                            <a:cs typeface="Arial" panose="020B0604020202020204" pitchFamily="34" charset="0"/>
                          </a:rPr>
                        </m:ctrlPr>
                      </m:dPr>
                      <m:e>
                        <m:r>
                          <a:rPr lang="en-US" sz="800" b="0" i="1" smtClean="0">
                            <a:solidFill>
                              <a:srgbClr val="FF0000"/>
                            </a:solidFill>
                            <a:latin typeface="Cambria Math" panose="02040503050406030204" pitchFamily="18" charset="0"/>
                            <a:cs typeface="Arial" panose="020B0604020202020204" pitchFamily="34" charset="0"/>
                          </a:rPr>
                          <m:t>−</m:t>
                        </m:r>
                        <m:sSub>
                          <m:sSubPr>
                            <m:ctrlPr>
                              <a:rPr lang="en-US" sz="800" b="0" i="1" smtClean="0">
                                <a:solidFill>
                                  <a:srgbClr val="FF0000"/>
                                </a:solidFill>
                                <a:latin typeface="Cambria Math" panose="02040503050406030204" pitchFamily="18" charset="0"/>
                                <a:cs typeface="Arial" panose="020B0604020202020204" pitchFamily="34" charset="0"/>
                              </a:rPr>
                            </m:ctrlPr>
                          </m:sSubPr>
                          <m:e>
                            <m:r>
                              <a:rPr lang="en-US" sz="800" b="0" i="1" smtClean="0">
                                <a:solidFill>
                                  <a:srgbClr val="FF0000"/>
                                </a:solidFill>
                                <a:latin typeface="Cambria Math" panose="02040503050406030204" pitchFamily="18" charset="0"/>
                                <a:cs typeface="Arial" panose="020B0604020202020204" pitchFamily="34" charset="0"/>
                              </a:rPr>
                              <m:t>𝛼</m:t>
                            </m:r>
                          </m:e>
                          <m:sub>
                            <m:r>
                              <a:rPr lang="en-US" sz="800" b="0" i="1" smtClean="0">
                                <a:solidFill>
                                  <a:srgbClr val="FF0000"/>
                                </a:solidFill>
                                <a:latin typeface="Cambria Math" panose="02040503050406030204" pitchFamily="18" charset="0"/>
                                <a:cs typeface="Arial" panose="020B0604020202020204" pitchFamily="34" charset="0"/>
                              </a:rPr>
                              <m:t>𝑘</m:t>
                            </m:r>
                          </m:sub>
                        </m:sSub>
                        <m:r>
                          <a:rPr lang="en-US" sz="800" b="0" i="1" smtClean="0">
                            <a:solidFill>
                              <a:srgbClr val="FF0000"/>
                            </a:solidFill>
                            <a:latin typeface="Cambria Math" panose="02040503050406030204" pitchFamily="18" charset="0"/>
                            <a:cs typeface="Arial" panose="020B0604020202020204" pitchFamily="34" charset="0"/>
                          </a:rPr>
                          <m:t>, </m:t>
                        </m:r>
                        <m:sSub>
                          <m:sSubPr>
                            <m:ctrlPr>
                              <a:rPr lang="en-US" sz="800" b="0" i="1" smtClean="0">
                                <a:solidFill>
                                  <a:srgbClr val="FF0000"/>
                                </a:solidFill>
                                <a:latin typeface="Cambria Math" panose="02040503050406030204" pitchFamily="18" charset="0"/>
                                <a:cs typeface="Arial" panose="020B0604020202020204" pitchFamily="34" charset="0"/>
                              </a:rPr>
                            </m:ctrlPr>
                          </m:sSubPr>
                          <m:e>
                            <m:r>
                              <a:rPr lang="en-US" sz="800" b="0" i="1" smtClean="0">
                                <a:solidFill>
                                  <a:srgbClr val="FF0000"/>
                                </a:solidFill>
                                <a:latin typeface="Cambria Math" panose="02040503050406030204" pitchFamily="18" charset="0"/>
                                <a:cs typeface="Arial" panose="020B0604020202020204" pitchFamily="34" charset="0"/>
                              </a:rPr>
                              <m:t>𝛼</m:t>
                            </m:r>
                          </m:e>
                          <m:sub>
                            <m:r>
                              <a:rPr lang="en-US" sz="800" b="0" i="1" smtClean="0">
                                <a:solidFill>
                                  <a:srgbClr val="FF0000"/>
                                </a:solidFill>
                                <a:latin typeface="Cambria Math" panose="02040503050406030204" pitchFamily="18" charset="0"/>
                                <a:cs typeface="Arial" panose="020B0604020202020204" pitchFamily="34" charset="0"/>
                              </a:rPr>
                              <m:t>𝑘</m:t>
                            </m:r>
                          </m:sub>
                        </m:sSub>
                      </m:e>
                    </m:d>
                    <m:r>
                      <a:rPr lang="en-US" sz="800" b="0" i="1" smtClean="0">
                        <a:solidFill>
                          <a:srgbClr val="FF0000"/>
                        </a:solidFill>
                        <a:latin typeface="Cambria Math" panose="02040503050406030204" pitchFamily="18" charset="0"/>
                        <a:cs typeface="Arial" panose="020B0604020202020204" pitchFamily="34" charset="0"/>
                      </a:rPr>
                      <m:t>)</m:t>
                    </m:r>
                  </m:oMath>
                </a14:m>
                <a:r>
                  <a:rPr lang="en-US" sz="800" dirty="0">
                    <a:solidFill>
                      <a:srgbClr val="FF0000"/>
                    </a:solidFill>
                    <a:latin typeface="Arial" panose="020B0604020202020204" pitchFamily="34" charset="0"/>
                    <a:cs typeface="Arial" panose="020B0604020202020204" pitchFamily="34" charset="0"/>
                  </a:rPr>
                  <a:t>,</a:t>
                </a:r>
              </a:p>
              <a:p>
                <a:endParaRPr lang="en-US" sz="800" dirty="0">
                  <a:solidFill>
                    <a:srgbClr val="FF0000"/>
                  </a:solidFill>
                  <a:latin typeface="Arial" panose="020B0604020202020204" pitchFamily="34" charset="0"/>
                  <a:cs typeface="Arial" panose="020B0604020202020204" pitchFamily="34" charset="0"/>
                </a:endParaRPr>
              </a:p>
              <a:p>
                <a:r>
                  <a:rPr lang="en-US" sz="800" dirty="0">
                    <a:solidFill>
                      <a:srgbClr val="FF0000"/>
                    </a:solidFill>
                    <a:latin typeface="Arial" panose="020B0604020202020204" pitchFamily="34" charset="0"/>
                    <a:cs typeface="Arial" panose="020B0604020202020204" pitchFamily="34" charset="0"/>
                  </a:rPr>
                  <a:t>where </a:t>
                </a:r>
                <a14:m>
                  <m:oMath xmlns:m="http://schemas.openxmlformats.org/officeDocument/2006/math">
                    <m:r>
                      <a:rPr lang="en-US" sz="800" b="0" i="1" smtClean="0">
                        <a:solidFill>
                          <a:srgbClr val="FF0000"/>
                        </a:solidFill>
                        <a:latin typeface="Cambria Math" panose="02040503050406030204" pitchFamily="18" charset="0"/>
                        <a:cs typeface="Arial" panose="020B0604020202020204" pitchFamily="34" charset="0"/>
                      </a:rPr>
                      <m:t>𝑈</m:t>
                    </m:r>
                  </m:oMath>
                </a14:m>
                <a:r>
                  <a:rPr lang="en-US" sz="800" dirty="0">
                    <a:solidFill>
                      <a:srgbClr val="FF0000"/>
                    </a:solidFill>
                    <a:latin typeface="Arial" panose="020B0604020202020204" pitchFamily="34" charset="0"/>
                    <a:cs typeface="Arial" panose="020B0604020202020204" pitchFamily="34" charset="0"/>
                  </a:rPr>
                  <a:t> is the uniform distribution and </a:t>
                </a:r>
                <a14:m>
                  <m:oMath xmlns:m="http://schemas.openxmlformats.org/officeDocument/2006/math">
                    <m:sSub>
                      <m:sSubPr>
                        <m:ctrlPr>
                          <a:rPr lang="en-US" sz="800" b="0" i="1" smtClean="0">
                            <a:solidFill>
                              <a:srgbClr val="FF0000"/>
                            </a:solidFill>
                            <a:latin typeface="Cambria Math" panose="02040503050406030204" pitchFamily="18" charset="0"/>
                            <a:cs typeface="Arial" panose="020B0604020202020204" pitchFamily="34" charset="0"/>
                          </a:rPr>
                        </m:ctrlPr>
                      </m:sSubPr>
                      <m:e>
                        <m:r>
                          <a:rPr lang="en-US" sz="800" b="0" i="1" smtClean="0">
                            <a:solidFill>
                              <a:srgbClr val="FF0000"/>
                            </a:solidFill>
                            <a:latin typeface="Cambria Math" panose="02040503050406030204" pitchFamily="18" charset="0"/>
                            <a:cs typeface="Arial" panose="020B0604020202020204" pitchFamily="34" charset="0"/>
                          </a:rPr>
                          <m:t>𝛼</m:t>
                        </m:r>
                      </m:e>
                      <m:sub>
                        <m:r>
                          <a:rPr lang="en-US" sz="800" b="0" i="1" smtClean="0">
                            <a:solidFill>
                              <a:srgbClr val="FF0000"/>
                            </a:solidFill>
                            <a:latin typeface="Cambria Math" panose="02040503050406030204" pitchFamily="18" charset="0"/>
                            <a:cs typeface="Arial" panose="020B0604020202020204" pitchFamily="34" charset="0"/>
                          </a:rPr>
                          <m:t>𝑡</m:t>
                        </m:r>
                      </m:sub>
                    </m:sSub>
                  </m:oMath>
                </a14:m>
                <a:r>
                  <a:rPr lang="en-US" sz="800" dirty="0">
                    <a:solidFill>
                      <a:srgbClr val="FF0000"/>
                    </a:solidFill>
                    <a:latin typeface="Arial" panose="020B0604020202020204" pitchFamily="34" charset="0"/>
                    <a:cs typeface="Arial" panose="020B0604020202020204" pitchFamily="34" charset="0"/>
                  </a:rPr>
                  <a:t> is the relative change.</a:t>
                </a:r>
              </a:p>
              <a:p>
                <a:endParaRPr lang="en-US" sz="800" dirty="0">
                  <a:solidFill>
                    <a:srgbClr val="FF0000"/>
                  </a:solidFill>
                  <a:latin typeface="Arial" panose="020B0604020202020204" pitchFamily="34" charset="0"/>
                  <a:cs typeface="Arial" panose="020B0604020202020204" pitchFamily="34" charset="0"/>
                </a:endParaRPr>
              </a:p>
              <a:p>
                <a:r>
                  <a:rPr lang="en-US" sz="800" dirty="0">
                    <a:solidFill>
                      <a:srgbClr val="FF0000"/>
                    </a:solidFill>
                    <a:latin typeface="Arial" panose="020B0604020202020204" pitchFamily="34" charset="0"/>
                    <a:cs typeface="Arial" panose="020B0604020202020204" pitchFamily="34" charset="0"/>
                  </a:rPr>
                  <a:t>In principle, it is OK to use other distributions, but a distribution that can imply a large range for the estimate, e.g., </a:t>
                </a:r>
                <a14:m>
                  <m:oMath xmlns:m="http://schemas.openxmlformats.org/officeDocument/2006/math">
                    <m:r>
                      <a:rPr lang="en-US" sz="800" i="1">
                        <a:solidFill>
                          <a:srgbClr val="FF0000"/>
                        </a:solidFill>
                        <a:latin typeface="Cambria Math" panose="02040503050406030204" pitchFamily="18" charset="0"/>
                        <a:cs typeface="Arial" panose="020B0604020202020204" pitchFamily="34" charset="0"/>
                      </a:rPr>
                      <m:t>[0. </m:t>
                    </m:r>
                    <m:r>
                      <a:rPr lang="en-FI" sz="800" dirty="0">
                        <a:solidFill>
                          <a:srgbClr val="FF0000"/>
                        </a:solidFill>
                        <a:latin typeface="Cambria Math" panose="02040503050406030204" pitchFamily="18" charset="0"/>
                      </a:rPr>
                      <m:t>∞</m:t>
                    </m:r>
                    <m:r>
                      <a:rPr lang="en-US" sz="800" dirty="0">
                        <a:solidFill>
                          <a:srgbClr val="FF0000"/>
                        </a:solidFill>
                        <a:latin typeface="Cambria Math" panose="02040503050406030204" pitchFamily="18" charset="0"/>
                      </a:rPr>
                      <m:t>]</m:t>
                    </m:r>
                  </m:oMath>
                </a14:m>
                <a:r>
                  <a:rPr lang="en-US" sz="800" dirty="0">
                    <a:solidFill>
                      <a:srgbClr val="FF0000"/>
                    </a:solidFill>
                    <a:latin typeface="Arial" panose="020B0604020202020204" pitchFamily="34" charset="0"/>
                    <a:cs typeface="Arial" panose="020B0604020202020204" pitchFamily="34" charset="0"/>
                  </a:rPr>
                  <a:t>, can be problematic. Furthermore, interpreting the distribution parameters can be quite difficult …</a:t>
                </a:r>
              </a:p>
              <a:p>
                <a:endParaRPr lang="en-US" sz="800" dirty="0">
                  <a:solidFill>
                    <a:srgbClr val="FF0000"/>
                  </a:solidFill>
                  <a:latin typeface="Arial" panose="020B0604020202020204" pitchFamily="34" charset="0"/>
                  <a:cs typeface="Arial" panose="020B0604020202020204" pitchFamily="34" charset="0"/>
                </a:endParaRPr>
              </a:p>
              <a:p>
                <a:r>
                  <a:rPr lang="en-US" sz="800" dirty="0">
                    <a:solidFill>
                      <a:srgbClr val="FF0000"/>
                    </a:solidFill>
                    <a:latin typeface="Arial" panose="020B0604020202020204" pitchFamily="34" charset="0"/>
                    <a:cs typeface="Arial" panose="020B0604020202020204" pitchFamily="34" charset="0"/>
                  </a:rPr>
                  <a:t>In the analysis, we could have:</a:t>
                </a:r>
              </a:p>
              <a:p>
                <a:pPr marL="171450" indent="-171450">
                  <a:buFontTx/>
                  <a:buChar char="-"/>
                </a:pPr>
                <a:r>
                  <a:rPr lang="en-US" sz="800" dirty="0">
                    <a:solidFill>
                      <a:srgbClr val="FF0000"/>
                    </a:solidFill>
                    <a:latin typeface="Arial" panose="020B0604020202020204" pitchFamily="34" charset="0"/>
                    <a:cs typeface="Arial" panose="020B0604020202020204" pitchFamily="34" charset="0"/>
                  </a:rPr>
                  <a:t>Low forecast uncertainty =&gt;  </a:t>
                </a:r>
                <a:br>
                  <a:rPr lang="en-US" sz="800" b="0" i="1" dirty="0">
                    <a:solidFill>
                      <a:srgbClr val="FF0000"/>
                    </a:solidFill>
                    <a:latin typeface="Cambria Math" panose="02040503050406030204" pitchFamily="18" charset="0"/>
                    <a:cs typeface="Arial" panose="020B0604020202020204" pitchFamily="34" charset="0"/>
                  </a:rPr>
                </a:br>
                <a14:m>
                  <m:oMath xmlns:m="http://schemas.openxmlformats.org/officeDocument/2006/math">
                    <m:r>
                      <a:rPr lang="en-US" sz="800" b="0" i="1" smtClean="0">
                        <a:solidFill>
                          <a:srgbClr val="FF0000"/>
                        </a:solidFill>
                        <a:latin typeface="Cambria Math" panose="02040503050406030204" pitchFamily="18" charset="0"/>
                        <a:cs typeface="Arial" panose="020B0604020202020204" pitchFamily="34" charset="0"/>
                      </a:rPr>
                      <m:t>𝛼</m:t>
                    </m:r>
                    <m:r>
                      <a:rPr lang="en-US" sz="800" b="0" i="1" smtClean="0">
                        <a:solidFill>
                          <a:srgbClr val="FF0000"/>
                        </a:solidFill>
                        <a:latin typeface="Cambria Math" panose="02040503050406030204" pitchFamily="18" charset="0"/>
                        <a:cs typeface="Arial" panose="020B0604020202020204" pitchFamily="34" charset="0"/>
                      </a:rPr>
                      <m:t>=</m:t>
                    </m:r>
                    <m:d>
                      <m:dPr>
                        <m:begChr m:val="["/>
                        <m:endChr m:val="]"/>
                        <m:ctrlPr>
                          <a:rPr lang="en-US" sz="800" b="0" i="1" smtClean="0">
                            <a:solidFill>
                              <a:srgbClr val="FF0000"/>
                            </a:solidFill>
                            <a:latin typeface="Cambria Math" panose="02040503050406030204" pitchFamily="18" charset="0"/>
                            <a:cs typeface="Arial" panose="020B0604020202020204" pitchFamily="34" charset="0"/>
                          </a:rPr>
                        </m:ctrlPr>
                      </m:dPr>
                      <m:e>
                        <m:r>
                          <a:rPr lang="en-US" sz="800" b="0" i="1" smtClean="0">
                            <a:solidFill>
                              <a:srgbClr val="FF0000"/>
                            </a:solidFill>
                            <a:latin typeface="Cambria Math" panose="02040503050406030204" pitchFamily="18" charset="0"/>
                            <a:cs typeface="Arial" panose="020B0604020202020204" pitchFamily="34" charset="0"/>
                          </a:rPr>
                          <m:t>0%, </m:t>
                        </m:r>
                        <m:r>
                          <a:rPr lang="en-US" sz="800" b="0" i="1" smtClean="0">
                            <a:solidFill>
                              <a:srgbClr val="FF0000"/>
                            </a:solidFill>
                            <a:latin typeface="Cambria Math" panose="02040503050406030204" pitchFamily="18" charset="0"/>
                            <a:cs typeface="Arial" panose="020B0604020202020204" pitchFamily="34" charset="0"/>
                          </a:rPr>
                          <m:t>5%, 10%, 15%</m:t>
                        </m:r>
                      </m:e>
                    </m:d>
                  </m:oMath>
                </a14:m>
                <a:r>
                  <a:rPr lang="en-US" sz="800" dirty="0">
                    <a:solidFill>
                      <a:srgbClr val="FF0000"/>
                    </a:solidFill>
                    <a:latin typeface="Arial" panose="020B0604020202020204" pitchFamily="34" charset="0"/>
                    <a:cs typeface="Arial" panose="020B0604020202020204" pitchFamily="34" charset="0"/>
                  </a:rPr>
                  <a:t> </a:t>
                </a:r>
              </a:p>
              <a:p>
                <a:pPr marL="171450" indent="-171450">
                  <a:buFontTx/>
                  <a:buChar char="-"/>
                </a:pPr>
                <a:r>
                  <a:rPr lang="en-US" sz="800" dirty="0">
                    <a:solidFill>
                      <a:srgbClr val="FF0000"/>
                    </a:solidFill>
                    <a:latin typeface="Arial" panose="020B0604020202020204" pitchFamily="34" charset="0"/>
                    <a:cs typeface="Arial" panose="020B0604020202020204" pitchFamily="34" charset="0"/>
                  </a:rPr>
                  <a:t>Medium forecast uncertainty =&gt;  </a:t>
                </a:r>
                <a:br>
                  <a:rPr lang="en-US" sz="800" i="1" dirty="0">
                    <a:solidFill>
                      <a:srgbClr val="FF0000"/>
                    </a:solidFill>
                    <a:latin typeface="Cambria Math" panose="02040503050406030204" pitchFamily="18" charset="0"/>
                    <a:cs typeface="Arial" panose="020B0604020202020204" pitchFamily="34" charset="0"/>
                  </a:rPr>
                </a:br>
                <a14:m>
                  <m:oMath xmlns:m="http://schemas.openxmlformats.org/officeDocument/2006/math">
                    <m:r>
                      <a:rPr lang="en-US" sz="800" i="1">
                        <a:solidFill>
                          <a:srgbClr val="FF0000"/>
                        </a:solidFill>
                        <a:latin typeface="Cambria Math" panose="02040503050406030204" pitchFamily="18" charset="0"/>
                        <a:cs typeface="Arial" panose="020B0604020202020204" pitchFamily="34" charset="0"/>
                      </a:rPr>
                      <m:t>𝛼</m:t>
                    </m:r>
                    <m:r>
                      <a:rPr lang="en-US" sz="800" i="1">
                        <a:solidFill>
                          <a:srgbClr val="FF0000"/>
                        </a:solidFill>
                        <a:latin typeface="Cambria Math" panose="02040503050406030204" pitchFamily="18" charset="0"/>
                        <a:cs typeface="Arial" panose="020B0604020202020204" pitchFamily="34" charset="0"/>
                      </a:rPr>
                      <m:t>=</m:t>
                    </m:r>
                    <m:d>
                      <m:dPr>
                        <m:begChr m:val="["/>
                        <m:endChr m:val="]"/>
                        <m:ctrlPr>
                          <a:rPr lang="en-US" sz="800" i="1">
                            <a:solidFill>
                              <a:srgbClr val="FF0000"/>
                            </a:solidFill>
                            <a:latin typeface="Cambria Math" panose="02040503050406030204" pitchFamily="18" charset="0"/>
                            <a:cs typeface="Arial" panose="020B0604020202020204" pitchFamily="34" charset="0"/>
                          </a:rPr>
                        </m:ctrlPr>
                      </m:dPr>
                      <m:e>
                        <m:r>
                          <a:rPr lang="en-US" sz="800" i="1">
                            <a:solidFill>
                              <a:srgbClr val="FF0000"/>
                            </a:solidFill>
                            <a:latin typeface="Cambria Math" panose="02040503050406030204" pitchFamily="18" charset="0"/>
                            <a:cs typeface="Arial" panose="020B0604020202020204" pitchFamily="34" charset="0"/>
                          </a:rPr>
                          <m:t>0%,</m:t>
                        </m:r>
                        <m:r>
                          <a:rPr lang="en-US" sz="800" b="0" i="1" smtClean="0">
                            <a:solidFill>
                              <a:srgbClr val="FF0000"/>
                            </a:solidFill>
                            <a:latin typeface="Cambria Math" panose="02040503050406030204" pitchFamily="18" charset="0"/>
                            <a:cs typeface="Arial" panose="020B0604020202020204" pitchFamily="34" charset="0"/>
                          </a:rPr>
                          <m:t>10</m:t>
                        </m:r>
                        <m:r>
                          <a:rPr lang="en-US" sz="800" i="1">
                            <a:solidFill>
                              <a:srgbClr val="FF0000"/>
                            </a:solidFill>
                            <a:latin typeface="Cambria Math" panose="02040503050406030204" pitchFamily="18" charset="0"/>
                            <a:cs typeface="Arial" panose="020B0604020202020204" pitchFamily="34" charset="0"/>
                          </a:rPr>
                          <m:t>%, </m:t>
                        </m:r>
                        <m:r>
                          <a:rPr lang="en-US" sz="800" b="0" i="1" smtClean="0">
                            <a:solidFill>
                              <a:srgbClr val="FF0000"/>
                            </a:solidFill>
                            <a:latin typeface="Cambria Math" panose="02040503050406030204" pitchFamily="18" charset="0"/>
                            <a:cs typeface="Arial" panose="020B0604020202020204" pitchFamily="34" charset="0"/>
                          </a:rPr>
                          <m:t>2</m:t>
                        </m:r>
                        <m:r>
                          <a:rPr lang="en-US" sz="800" i="1">
                            <a:solidFill>
                              <a:srgbClr val="FF0000"/>
                            </a:solidFill>
                            <a:latin typeface="Cambria Math" panose="02040503050406030204" pitchFamily="18" charset="0"/>
                            <a:cs typeface="Arial" panose="020B0604020202020204" pitchFamily="34" charset="0"/>
                          </a:rPr>
                          <m:t>0%, </m:t>
                        </m:r>
                        <m:r>
                          <a:rPr lang="en-US" sz="800" b="0" i="1" smtClean="0">
                            <a:solidFill>
                              <a:srgbClr val="FF0000"/>
                            </a:solidFill>
                            <a:latin typeface="Cambria Math" panose="02040503050406030204" pitchFamily="18" charset="0"/>
                            <a:cs typeface="Arial" panose="020B0604020202020204" pitchFamily="34" charset="0"/>
                          </a:rPr>
                          <m:t>30</m:t>
                        </m:r>
                        <m:r>
                          <a:rPr lang="en-US" sz="800" i="1">
                            <a:solidFill>
                              <a:srgbClr val="FF0000"/>
                            </a:solidFill>
                            <a:latin typeface="Cambria Math" panose="02040503050406030204" pitchFamily="18" charset="0"/>
                            <a:cs typeface="Arial" panose="020B0604020202020204" pitchFamily="34" charset="0"/>
                          </a:rPr>
                          <m:t>%</m:t>
                        </m:r>
                      </m:e>
                    </m:d>
                  </m:oMath>
                </a14:m>
                <a:r>
                  <a:rPr lang="en-US" sz="800" dirty="0">
                    <a:solidFill>
                      <a:srgbClr val="FF0000"/>
                    </a:solidFill>
                    <a:latin typeface="Arial" panose="020B0604020202020204" pitchFamily="34" charset="0"/>
                    <a:cs typeface="Arial" panose="020B0604020202020204" pitchFamily="34" charset="0"/>
                  </a:rPr>
                  <a:t>  </a:t>
                </a:r>
              </a:p>
              <a:p>
                <a:pPr marL="171450" indent="-171450">
                  <a:buFontTx/>
                  <a:buChar char="-"/>
                </a:pPr>
                <a:r>
                  <a:rPr lang="en-US" sz="800" dirty="0">
                    <a:solidFill>
                      <a:srgbClr val="FF0000"/>
                    </a:solidFill>
                    <a:latin typeface="Arial" panose="020B0604020202020204" pitchFamily="34" charset="0"/>
                    <a:cs typeface="Arial" panose="020B0604020202020204" pitchFamily="34" charset="0"/>
                  </a:rPr>
                  <a:t>High forecast uncertainty =&gt;  </a:t>
                </a:r>
                <a:br>
                  <a:rPr lang="en-US" sz="800" i="1" dirty="0">
                    <a:solidFill>
                      <a:srgbClr val="FF0000"/>
                    </a:solidFill>
                    <a:latin typeface="Cambria Math" panose="02040503050406030204" pitchFamily="18" charset="0"/>
                    <a:cs typeface="Arial" panose="020B0604020202020204" pitchFamily="34" charset="0"/>
                  </a:rPr>
                </a:br>
                <a14:m>
                  <m:oMath xmlns:m="http://schemas.openxmlformats.org/officeDocument/2006/math">
                    <m:r>
                      <a:rPr lang="en-US" sz="800" i="1">
                        <a:solidFill>
                          <a:srgbClr val="FF0000"/>
                        </a:solidFill>
                        <a:latin typeface="Cambria Math" panose="02040503050406030204" pitchFamily="18" charset="0"/>
                        <a:cs typeface="Arial" panose="020B0604020202020204" pitchFamily="34" charset="0"/>
                      </a:rPr>
                      <m:t>𝛼</m:t>
                    </m:r>
                    <m:r>
                      <a:rPr lang="en-US" sz="800" i="1">
                        <a:solidFill>
                          <a:srgbClr val="FF0000"/>
                        </a:solidFill>
                        <a:latin typeface="Cambria Math" panose="02040503050406030204" pitchFamily="18" charset="0"/>
                        <a:cs typeface="Arial" panose="020B0604020202020204" pitchFamily="34" charset="0"/>
                      </a:rPr>
                      <m:t>=</m:t>
                    </m:r>
                    <m:d>
                      <m:dPr>
                        <m:begChr m:val="["/>
                        <m:endChr m:val="]"/>
                        <m:ctrlPr>
                          <a:rPr lang="en-US" sz="800" i="1">
                            <a:solidFill>
                              <a:srgbClr val="FF0000"/>
                            </a:solidFill>
                            <a:latin typeface="Cambria Math" panose="02040503050406030204" pitchFamily="18" charset="0"/>
                            <a:cs typeface="Arial" panose="020B0604020202020204" pitchFamily="34" charset="0"/>
                          </a:rPr>
                        </m:ctrlPr>
                      </m:dPr>
                      <m:e>
                        <m:r>
                          <a:rPr lang="en-US" sz="800" i="1">
                            <a:solidFill>
                              <a:srgbClr val="FF0000"/>
                            </a:solidFill>
                            <a:latin typeface="Cambria Math" panose="02040503050406030204" pitchFamily="18" charset="0"/>
                            <a:cs typeface="Arial" panose="020B0604020202020204" pitchFamily="34" charset="0"/>
                          </a:rPr>
                          <m:t>0%,</m:t>
                        </m:r>
                        <m:r>
                          <a:rPr lang="en-US" sz="800" b="0" i="1" smtClean="0">
                            <a:solidFill>
                              <a:srgbClr val="FF0000"/>
                            </a:solidFill>
                            <a:latin typeface="Cambria Math" panose="02040503050406030204" pitchFamily="18" charset="0"/>
                            <a:cs typeface="Arial" panose="020B0604020202020204" pitchFamily="34" charset="0"/>
                          </a:rPr>
                          <m:t>2</m:t>
                        </m:r>
                        <m:r>
                          <a:rPr lang="en-US" sz="800" i="1">
                            <a:solidFill>
                              <a:srgbClr val="FF0000"/>
                            </a:solidFill>
                            <a:latin typeface="Cambria Math" panose="02040503050406030204" pitchFamily="18" charset="0"/>
                            <a:cs typeface="Arial" panose="020B0604020202020204" pitchFamily="34" charset="0"/>
                          </a:rPr>
                          <m:t>0</m:t>
                        </m:r>
                        <m:r>
                          <a:rPr lang="en-US" sz="800" i="1">
                            <a:solidFill>
                              <a:srgbClr val="FF0000"/>
                            </a:solidFill>
                            <a:latin typeface="Cambria Math" panose="02040503050406030204" pitchFamily="18" charset="0"/>
                            <a:cs typeface="Arial" panose="020B0604020202020204" pitchFamily="34" charset="0"/>
                          </a:rPr>
                          <m:t>%, </m:t>
                        </m:r>
                        <m:r>
                          <a:rPr lang="en-US" sz="800" b="0" i="1" smtClean="0">
                            <a:solidFill>
                              <a:srgbClr val="FF0000"/>
                            </a:solidFill>
                            <a:latin typeface="Cambria Math" panose="02040503050406030204" pitchFamily="18" charset="0"/>
                            <a:cs typeface="Arial" panose="020B0604020202020204" pitchFamily="34" charset="0"/>
                          </a:rPr>
                          <m:t>4</m:t>
                        </m:r>
                        <m:r>
                          <a:rPr lang="en-US" sz="800" i="1">
                            <a:solidFill>
                              <a:srgbClr val="FF0000"/>
                            </a:solidFill>
                            <a:latin typeface="Cambria Math" panose="02040503050406030204" pitchFamily="18" charset="0"/>
                            <a:cs typeface="Arial" panose="020B0604020202020204" pitchFamily="34" charset="0"/>
                          </a:rPr>
                          <m:t>0%, </m:t>
                        </m:r>
                        <m:r>
                          <a:rPr lang="en-US" sz="800" b="0" i="1" smtClean="0">
                            <a:solidFill>
                              <a:srgbClr val="FF0000"/>
                            </a:solidFill>
                            <a:latin typeface="Cambria Math" panose="02040503050406030204" pitchFamily="18" charset="0"/>
                            <a:cs typeface="Arial" panose="020B0604020202020204" pitchFamily="34" charset="0"/>
                          </a:rPr>
                          <m:t>6</m:t>
                        </m:r>
                        <m:r>
                          <a:rPr lang="en-US" sz="800" i="1">
                            <a:solidFill>
                              <a:srgbClr val="FF0000"/>
                            </a:solidFill>
                            <a:latin typeface="Cambria Math" panose="02040503050406030204" pitchFamily="18" charset="0"/>
                            <a:cs typeface="Arial" panose="020B0604020202020204" pitchFamily="34" charset="0"/>
                          </a:rPr>
                          <m:t>0</m:t>
                        </m:r>
                        <m:r>
                          <a:rPr lang="en-US" sz="800" i="1">
                            <a:solidFill>
                              <a:srgbClr val="FF0000"/>
                            </a:solidFill>
                            <a:latin typeface="Cambria Math" panose="02040503050406030204" pitchFamily="18" charset="0"/>
                            <a:cs typeface="Arial" panose="020B0604020202020204" pitchFamily="34" charset="0"/>
                          </a:rPr>
                          <m:t>%</m:t>
                        </m:r>
                      </m:e>
                    </m:d>
                  </m:oMath>
                </a14:m>
                <a:r>
                  <a:rPr lang="en-US" sz="800" dirty="0">
                    <a:solidFill>
                      <a:srgbClr val="FF0000"/>
                    </a:solidFill>
                    <a:latin typeface="Arial" panose="020B0604020202020204" pitchFamily="34" charset="0"/>
                    <a:cs typeface="Arial" panose="020B0604020202020204" pitchFamily="34" charset="0"/>
                  </a:rPr>
                  <a:t> </a:t>
                </a:r>
              </a:p>
              <a:p>
                <a:pPr marL="171450" indent="-171450">
                  <a:buFontTx/>
                  <a:buChar char="-"/>
                </a:pPr>
                <a:endParaRPr lang="en-US" sz="800" dirty="0">
                  <a:solidFill>
                    <a:srgbClr val="FF0000"/>
                  </a:solidFill>
                  <a:latin typeface="Arial" panose="020B0604020202020204" pitchFamily="34" charset="0"/>
                  <a:cs typeface="Arial" panose="020B0604020202020204" pitchFamily="34" charset="0"/>
                </a:endParaRPr>
              </a:p>
              <a:p>
                <a:r>
                  <a:rPr lang="en-US" sz="800" dirty="0">
                    <a:solidFill>
                      <a:srgbClr val="FF0000"/>
                    </a:solidFill>
                    <a:latin typeface="Arial" panose="020B0604020202020204" pitchFamily="34" charset="0"/>
                    <a:cs typeface="Arial" panose="020B0604020202020204" pitchFamily="34" charset="0"/>
                  </a:rPr>
                  <a:t>This would mean that communication about the forecast uncertainty would be quite straightforward. E.g., “The medium forecast uncertainty one period into the future is in the range of plus-minus 10%” (try to imagine the “concrete” communication regarding the log normal distribution…).</a:t>
                </a:r>
              </a:p>
              <a:p>
                <a:endParaRPr lang="en-US" sz="800" dirty="0">
                  <a:solidFill>
                    <a:srgbClr val="FF0000"/>
                  </a:solidFill>
                  <a:latin typeface="Arial" panose="020B0604020202020204" pitchFamily="34" charset="0"/>
                  <a:cs typeface="Arial" panose="020B0604020202020204" pitchFamily="34" charset="0"/>
                </a:endParaRPr>
              </a:p>
              <a:p>
                <a:endParaRPr lang="en-US" sz="800" dirty="0">
                  <a:solidFill>
                    <a:srgbClr val="FF0000"/>
                  </a:solidFill>
                  <a:latin typeface="Arial" panose="020B0604020202020204" pitchFamily="34" charset="0"/>
                  <a:cs typeface="Arial" panose="020B0604020202020204" pitchFamily="34" charset="0"/>
                </a:endParaRPr>
              </a:p>
              <a:p>
                <a:r>
                  <a:rPr lang="en-US" sz="800" dirty="0">
                    <a:solidFill>
                      <a:srgbClr val="FF0000"/>
                    </a:solidFill>
                    <a:latin typeface="Arial" panose="020B0604020202020204" pitchFamily="34" charset="0"/>
                    <a:cs typeface="Arial" panose="020B0604020202020204" pitchFamily="34" charset="0"/>
                  </a:rPr>
                  <a:t>Visual example of the forecast ranges to the left.</a:t>
                </a:r>
                <a:endParaRPr lang="en-FI" sz="800" dirty="0">
                  <a:solidFill>
                    <a:srgbClr val="FF0000"/>
                  </a:solidFill>
                  <a:latin typeface="Arial" panose="020B0604020202020204" pitchFamily="34" charset="0"/>
                  <a:cs typeface="Arial" panose="020B0604020202020204" pitchFamily="34" charset="0"/>
                </a:endParaRPr>
              </a:p>
            </p:txBody>
          </p:sp>
        </mc:Choice>
        <mc:Fallback>
          <p:sp>
            <p:nvSpPr>
              <p:cNvPr id="3" name="TextBox 2">
                <a:extLst>
                  <a:ext uri="{FF2B5EF4-FFF2-40B4-BE49-F238E27FC236}">
                    <a16:creationId xmlns:a16="http://schemas.microsoft.com/office/drawing/2014/main" id="{ED62F6E3-2248-F406-BAAB-C9A3C372C84B}"/>
                  </a:ext>
                </a:extLst>
              </p:cNvPr>
              <p:cNvSpPr txBox="1">
                <a:spLocks noRot="1" noChangeAspect="1" noMove="1" noResize="1" noEditPoints="1" noAdjustHandles="1" noChangeArrowheads="1" noChangeShapeType="1" noTextEdit="1"/>
              </p:cNvSpPr>
              <p:nvPr/>
            </p:nvSpPr>
            <p:spPr>
              <a:xfrm>
                <a:off x="6312617" y="137483"/>
                <a:ext cx="2520280" cy="5149808"/>
              </a:xfrm>
              <a:prstGeom prst="rect">
                <a:avLst/>
              </a:prstGeom>
              <a:blipFill>
                <a:blip r:embed="rId3"/>
                <a:stretch>
                  <a:fillRect/>
                </a:stretch>
              </a:blipFill>
            </p:spPr>
            <p:txBody>
              <a:bodyPr/>
              <a:lstStyle/>
              <a:p>
                <a:r>
                  <a:rPr lang="en-FI">
                    <a:noFill/>
                  </a:rPr>
                  <a:t> </a:t>
                </a:r>
              </a:p>
            </p:txBody>
          </p:sp>
        </mc:Fallback>
      </mc:AlternateContent>
      <p:grpSp>
        <p:nvGrpSpPr>
          <p:cNvPr id="121" name="Group 120">
            <a:extLst>
              <a:ext uri="{FF2B5EF4-FFF2-40B4-BE49-F238E27FC236}">
                <a16:creationId xmlns:a16="http://schemas.microsoft.com/office/drawing/2014/main" id="{1A3886B0-8794-723B-1270-97933A935009}"/>
              </a:ext>
            </a:extLst>
          </p:cNvPr>
          <p:cNvGrpSpPr/>
          <p:nvPr/>
        </p:nvGrpSpPr>
        <p:grpSpPr>
          <a:xfrm>
            <a:off x="2889420" y="4293096"/>
            <a:ext cx="2690859" cy="1791216"/>
            <a:chOff x="5914807" y="4518720"/>
            <a:chExt cx="3000960" cy="1997640"/>
          </a:xfrm>
        </p:grpSpPr>
        <mc:AlternateContent xmlns:mc="http://schemas.openxmlformats.org/markup-compatibility/2006">
          <mc:Choice xmlns:p14="http://schemas.microsoft.com/office/powerpoint/2010/main" Requires="p14">
            <p:contentPart p14:bwMode="auto" r:id="rId4">
              <p14:nvContentPartPr>
                <p14:cNvPr id="8" name="Ink 7">
                  <a:extLst>
                    <a:ext uri="{FF2B5EF4-FFF2-40B4-BE49-F238E27FC236}">
                      <a16:creationId xmlns:a16="http://schemas.microsoft.com/office/drawing/2014/main" id="{4E58662C-4E1B-AD3E-6267-0975DF442DDF}"/>
                    </a:ext>
                  </a:extLst>
                </p14:cNvPr>
                <p14:cNvContentPartPr/>
                <p14:nvPr/>
              </p14:nvContentPartPr>
              <p14:xfrm>
                <a:off x="6419527" y="6275160"/>
                <a:ext cx="2386080" cy="15480"/>
              </p14:xfrm>
            </p:contentPart>
          </mc:Choice>
          <mc:Fallback>
            <p:pic>
              <p:nvPicPr>
                <p:cNvPr id="8" name="Ink 7">
                  <a:extLst>
                    <a:ext uri="{FF2B5EF4-FFF2-40B4-BE49-F238E27FC236}">
                      <a16:creationId xmlns:a16="http://schemas.microsoft.com/office/drawing/2014/main" id="{4E58662C-4E1B-AD3E-6267-0975DF442DDF}"/>
                    </a:ext>
                  </a:extLst>
                </p:cNvPr>
                <p:cNvPicPr/>
                <p:nvPr/>
              </p:nvPicPr>
              <p:blipFill>
                <a:blip r:embed="rId5"/>
                <a:stretch>
                  <a:fillRect/>
                </a:stretch>
              </p:blipFill>
              <p:spPr>
                <a:xfrm>
                  <a:off x="6412703" y="6268412"/>
                  <a:ext cx="2399729" cy="28975"/>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5" name="Ink 4">
                  <a:extLst>
                    <a:ext uri="{FF2B5EF4-FFF2-40B4-BE49-F238E27FC236}">
                      <a16:creationId xmlns:a16="http://schemas.microsoft.com/office/drawing/2014/main" id="{A1E5E9FD-F2A9-23D4-908B-F57F2CE3D874}"/>
                    </a:ext>
                  </a:extLst>
                </p14:cNvPr>
                <p14:cNvContentPartPr/>
                <p14:nvPr/>
              </p14:nvContentPartPr>
              <p14:xfrm>
                <a:off x="6276607" y="4538520"/>
                <a:ext cx="139320" cy="1727640"/>
              </p14:xfrm>
            </p:contentPart>
          </mc:Choice>
          <mc:Fallback>
            <p:pic>
              <p:nvPicPr>
                <p:cNvPr id="5" name="Ink 4">
                  <a:extLst>
                    <a:ext uri="{FF2B5EF4-FFF2-40B4-BE49-F238E27FC236}">
                      <a16:creationId xmlns:a16="http://schemas.microsoft.com/office/drawing/2014/main" id="{A1E5E9FD-F2A9-23D4-908B-F57F2CE3D874}"/>
                    </a:ext>
                  </a:extLst>
                </p:cNvPr>
                <p:cNvPicPr/>
                <p:nvPr/>
              </p:nvPicPr>
              <p:blipFill>
                <a:blip r:embed="rId7"/>
                <a:stretch>
                  <a:fillRect/>
                </a:stretch>
              </p:blipFill>
              <p:spPr>
                <a:xfrm>
                  <a:off x="6269782" y="4531695"/>
                  <a:ext cx="152971" cy="1741291"/>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6" name="Ink 5">
                  <a:extLst>
                    <a:ext uri="{FF2B5EF4-FFF2-40B4-BE49-F238E27FC236}">
                      <a16:creationId xmlns:a16="http://schemas.microsoft.com/office/drawing/2014/main" id="{7570847B-E0C3-219B-16AD-EB13D34CFEC6}"/>
                    </a:ext>
                  </a:extLst>
                </p14:cNvPr>
                <p14:cNvContentPartPr/>
                <p14:nvPr/>
              </p14:nvContentPartPr>
              <p14:xfrm>
                <a:off x="6276607" y="4518720"/>
                <a:ext cx="2585880" cy="34560"/>
              </p14:xfrm>
            </p:contentPart>
          </mc:Choice>
          <mc:Fallback>
            <p:pic>
              <p:nvPicPr>
                <p:cNvPr id="6" name="Ink 5">
                  <a:extLst>
                    <a:ext uri="{FF2B5EF4-FFF2-40B4-BE49-F238E27FC236}">
                      <a16:creationId xmlns:a16="http://schemas.microsoft.com/office/drawing/2014/main" id="{7570847B-E0C3-219B-16AD-EB13D34CFEC6}"/>
                    </a:ext>
                  </a:extLst>
                </p:cNvPr>
                <p:cNvPicPr/>
                <p:nvPr/>
              </p:nvPicPr>
              <p:blipFill>
                <a:blip r:embed="rId9"/>
                <a:stretch>
                  <a:fillRect/>
                </a:stretch>
              </p:blipFill>
              <p:spPr>
                <a:xfrm>
                  <a:off x="6269781" y="4511888"/>
                  <a:ext cx="2599532" cy="48223"/>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27" name="Ink 26">
                  <a:extLst>
                    <a:ext uri="{FF2B5EF4-FFF2-40B4-BE49-F238E27FC236}">
                      <a16:creationId xmlns:a16="http://schemas.microsoft.com/office/drawing/2014/main" id="{9B408E78-6F18-0D69-CC3B-301333475FF8}"/>
                    </a:ext>
                  </a:extLst>
                </p14:cNvPr>
                <p14:cNvContentPartPr/>
                <p14:nvPr/>
              </p14:nvContentPartPr>
              <p14:xfrm>
                <a:off x="5914807" y="5243760"/>
                <a:ext cx="154800" cy="229320"/>
              </p14:xfrm>
            </p:contentPart>
          </mc:Choice>
          <mc:Fallback>
            <p:pic>
              <p:nvPicPr>
                <p:cNvPr id="27" name="Ink 26">
                  <a:extLst>
                    <a:ext uri="{FF2B5EF4-FFF2-40B4-BE49-F238E27FC236}">
                      <a16:creationId xmlns:a16="http://schemas.microsoft.com/office/drawing/2014/main" id="{9B408E78-6F18-0D69-CC3B-301333475FF8}"/>
                    </a:ext>
                  </a:extLst>
                </p:cNvPr>
                <p:cNvPicPr/>
                <p:nvPr/>
              </p:nvPicPr>
              <p:blipFill>
                <a:blip r:embed="rId11"/>
                <a:stretch>
                  <a:fillRect/>
                </a:stretch>
              </p:blipFill>
              <p:spPr>
                <a:xfrm>
                  <a:off x="5907989" y="5236933"/>
                  <a:ext cx="168435" cy="242975"/>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28" name="Ink 27">
                  <a:extLst>
                    <a:ext uri="{FF2B5EF4-FFF2-40B4-BE49-F238E27FC236}">
                      <a16:creationId xmlns:a16="http://schemas.microsoft.com/office/drawing/2014/main" id="{3E3FB100-BD72-7CB9-6976-3B932327FE2E}"/>
                    </a:ext>
                  </a:extLst>
                </p14:cNvPr>
                <p14:cNvContentPartPr/>
                <p14:nvPr/>
              </p14:nvContentPartPr>
              <p14:xfrm>
                <a:off x="6100567" y="5176800"/>
                <a:ext cx="360" cy="100080"/>
              </p14:xfrm>
            </p:contentPart>
          </mc:Choice>
          <mc:Fallback>
            <p:pic>
              <p:nvPicPr>
                <p:cNvPr id="28" name="Ink 27">
                  <a:extLst>
                    <a:ext uri="{FF2B5EF4-FFF2-40B4-BE49-F238E27FC236}">
                      <a16:creationId xmlns:a16="http://schemas.microsoft.com/office/drawing/2014/main" id="{3E3FB100-BD72-7CB9-6976-3B932327FE2E}"/>
                    </a:ext>
                  </a:extLst>
                </p:cNvPr>
                <p:cNvPicPr/>
                <p:nvPr/>
              </p:nvPicPr>
              <p:blipFill>
                <a:blip r:embed="rId13"/>
                <a:stretch>
                  <a:fillRect/>
                </a:stretch>
              </p:blipFill>
              <p:spPr>
                <a:xfrm>
                  <a:off x="6094447" y="5169995"/>
                  <a:ext cx="12600" cy="113691"/>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29" name="Ink 28">
                  <a:extLst>
                    <a:ext uri="{FF2B5EF4-FFF2-40B4-BE49-F238E27FC236}">
                      <a16:creationId xmlns:a16="http://schemas.microsoft.com/office/drawing/2014/main" id="{DB8DFA87-F42F-849B-128A-677FF493902A}"/>
                    </a:ext>
                  </a:extLst>
                </p14:cNvPr>
                <p14:cNvContentPartPr/>
                <p14:nvPr/>
              </p14:nvContentPartPr>
              <p14:xfrm>
                <a:off x="6072127" y="5219280"/>
                <a:ext cx="42480" cy="5400"/>
              </p14:xfrm>
            </p:contentPart>
          </mc:Choice>
          <mc:Fallback>
            <p:pic>
              <p:nvPicPr>
                <p:cNvPr id="29" name="Ink 28">
                  <a:extLst>
                    <a:ext uri="{FF2B5EF4-FFF2-40B4-BE49-F238E27FC236}">
                      <a16:creationId xmlns:a16="http://schemas.microsoft.com/office/drawing/2014/main" id="{DB8DFA87-F42F-849B-128A-677FF493902A}"/>
                    </a:ext>
                  </a:extLst>
                </p:cNvPr>
                <p:cNvPicPr/>
                <p:nvPr/>
              </p:nvPicPr>
              <p:blipFill>
                <a:blip r:embed="rId15"/>
                <a:stretch>
                  <a:fillRect/>
                </a:stretch>
              </p:blipFill>
              <p:spPr>
                <a:xfrm>
                  <a:off x="6065314" y="5212218"/>
                  <a:ext cx="56106" cy="19523"/>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30" name="Ink 29">
                  <a:extLst>
                    <a:ext uri="{FF2B5EF4-FFF2-40B4-BE49-F238E27FC236}">
                      <a16:creationId xmlns:a16="http://schemas.microsoft.com/office/drawing/2014/main" id="{56FE2465-885D-29E7-EF24-46C4AF89FF00}"/>
                    </a:ext>
                  </a:extLst>
                </p14:cNvPr>
                <p14:cNvContentPartPr/>
                <p14:nvPr/>
              </p14:nvContentPartPr>
              <p14:xfrm>
                <a:off x="6143047" y="5252760"/>
                <a:ext cx="34920" cy="39240"/>
              </p14:xfrm>
            </p:contentPart>
          </mc:Choice>
          <mc:Fallback>
            <p:pic>
              <p:nvPicPr>
                <p:cNvPr id="30" name="Ink 29">
                  <a:extLst>
                    <a:ext uri="{FF2B5EF4-FFF2-40B4-BE49-F238E27FC236}">
                      <a16:creationId xmlns:a16="http://schemas.microsoft.com/office/drawing/2014/main" id="{56FE2465-885D-29E7-EF24-46C4AF89FF00}"/>
                    </a:ext>
                  </a:extLst>
                </p:cNvPr>
                <p:cNvPicPr/>
                <p:nvPr/>
              </p:nvPicPr>
              <p:blipFill>
                <a:blip r:embed="rId17"/>
                <a:stretch>
                  <a:fillRect/>
                </a:stretch>
              </p:blipFill>
              <p:spPr>
                <a:xfrm>
                  <a:off x="6136224" y="5245953"/>
                  <a:ext cx="48567" cy="52854"/>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32" name="Ink 31">
                  <a:extLst>
                    <a:ext uri="{FF2B5EF4-FFF2-40B4-BE49-F238E27FC236}">
                      <a16:creationId xmlns:a16="http://schemas.microsoft.com/office/drawing/2014/main" id="{4E618526-D49E-B3C2-A290-A40AC1E53AA1}"/>
                    </a:ext>
                  </a:extLst>
                </p14:cNvPr>
                <p14:cNvContentPartPr/>
                <p14:nvPr/>
              </p14:nvContentPartPr>
              <p14:xfrm>
                <a:off x="6229087" y="5162400"/>
                <a:ext cx="360" cy="138240"/>
              </p14:xfrm>
            </p:contentPart>
          </mc:Choice>
          <mc:Fallback>
            <p:pic>
              <p:nvPicPr>
                <p:cNvPr id="32" name="Ink 31">
                  <a:extLst>
                    <a:ext uri="{FF2B5EF4-FFF2-40B4-BE49-F238E27FC236}">
                      <a16:creationId xmlns:a16="http://schemas.microsoft.com/office/drawing/2014/main" id="{4E618526-D49E-B3C2-A290-A40AC1E53AA1}"/>
                    </a:ext>
                  </a:extLst>
                </p:cNvPr>
                <p:cNvPicPr/>
                <p:nvPr/>
              </p:nvPicPr>
              <p:blipFill>
                <a:blip r:embed="rId19"/>
                <a:stretch>
                  <a:fillRect/>
                </a:stretch>
              </p:blipFill>
              <p:spPr>
                <a:xfrm>
                  <a:off x="6222967" y="5155568"/>
                  <a:ext cx="12600" cy="151903"/>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33" name="Ink 32">
                  <a:extLst>
                    <a:ext uri="{FF2B5EF4-FFF2-40B4-BE49-F238E27FC236}">
                      <a16:creationId xmlns:a16="http://schemas.microsoft.com/office/drawing/2014/main" id="{86E42BCB-35ED-DE21-544C-3C4058E9053A}"/>
                    </a:ext>
                  </a:extLst>
                </p14:cNvPr>
                <p14:cNvContentPartPr/>
                <p14:nvPr/>
              </p14:nvContentPartPr>
              <p14:xfrm>
                <a:off x="6224407" y="5236560"/>
                <a:ext cx="20520" cy="2160"/>
              </p14:xfrm>
            </p:contentPart>
          </mc:Choice>
          <mc:Fallback>
            <p:pic>
              <p:nvPicPr>
                <p:cNvPr id="33" name="Ink 32">
                  <a:extLst>
                    <a:ext uri="{FF2B5EF4-FFF2-40B4-BE49-F238E27FC236}">
                      <a16:creationId xmlns:a16="http://schemas.microsoft.com/office/drawing/2014/main" id="{86E42BCB-35ED-DE21-544C-3C4058E9053A}"/>
                    </a:ext>
                  </a:extLst>
                </p:cNvPr>
                <p:cNvPicPr/>
                <p:nvPr/>
              </p:nvPicPr>
              <p:blipFill>
                <a:blip r:embed="rId21"/>
                <a:stretch>
                  <a:fillRect/>
                </a:stretch>
              </p:blipFill>
              <p:spPr>
                <a:xfrm>
                  <a:off x="6217567" y="5230440"/>
                  <a:ext cx="34200" cy="1440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35" name="Ink 34">
                  <a:extLst>
                    <a:ext uri="{FF2B5EF4-FFF2-40B4-BE49-F238E27FC236}">
                      <a16:creationId xmlns:a16="http://schemas.microsoft.com/office/drawing/2014/main" id="{F20C571E-8728-22A8-0552-77D10E98568F}"/>
                    </a:ext>
                  </a:extLst>
                </p14:cNvPr>
                <p14:cNvContentPartPr/>
                <p14:nvPr/>
              </p14:nvContentPartPr>
              <p14:xfrm>
                <a:off x="6111007" y="5476680"/>
                <a:ext cx="7560" cy="58320"/>
              </p14:xfrm>
            </p:contentPart>
          </mc:Choice>
          <mc:Fallback>
            <p:pic>
              <p:nvPicPr>
                <p:cNvPr id="35" name="Ink 34">
                  <a:extLst>
                    <a:ext uri="{FF2B5EF4-FFF2-40B4-BE49-F238E27FC236}">
                      <a16:creationId xmlns:a16="http://schemas.microsoft.com/office/drawing/2014/main" id="{F20C571E-8728-22A8-0552-77D10E98568F}"/>
                    </a:ext>
                  </a:extLst>
                </p:cNvPr>
                <p:cNvPicPr/>
                <p:nvPr/>
              </p:nvPicPr>
              <p:blipFill>
                <a:blip r:embed="rId23"/>
                <a:stretch>
                  <a:fillRect/>
                </a:stretch>
              </p:blipFill>
              <p:spPr>
                <a:xfrm>
                  <a:off x="6104243" y="5469889"/>
                  <a:ext cx="21088" cy="71901"/>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36" name="Ink 35">
                  <a:extLst>
                    <a:ext uri="{FF2B5EF4-FFF2-40B4-BE49-F238E27FC236}">
                      <a16:creationId xmlns:a16="http://schemas.microsoft.com/office/drawing/2014/main" id="{DE350871-39E7-3D7C-81FC-0326F26D74C4}"/>
                    </a:ext>
                  </a:extLst>
                </p14:cNvPr>
                <p14:cNvContentPartPr/>
                <p14:nvPr/>
              </p14:nvContentPartPr>
              <p14:xfrm>
                <a:off x="6095887" y="5493600"/>
                <a:ext cx="40320" cy="7200"/>
              </p14:xfrm>
            </p:contentPart>
          </mc:Choice>
          <mc:Fallback>
            <p:pic>
              <p:nvPicPr>
                <p:cNvPr id="36" name="Ink 35">
                  <a:extLst>
                    <a:ext uri="{FF2B5EF4-FFF2-40B4-BE49-F238E27FC236}">
                      <a16:creationId xmlns:a16="http://schemas.microsoft.com/office/drawing/2014/main" id="{DE350871-39E7-3D7C-81FC-0326F26D74C4}"/>
                    </a:ext>
                  </a:extLst>
                </p:cNvPr>
                <p:cNvPicPr/>
                <p:nvPr/>
              </p:nvPicPr>
              <p:blipFill>
                <a:blip r:embed="rId25"/>
                <a:stretch>
                  <a:fillRect/>
                </a:stretch>
              </p:blipFill>
              <p:spPr>
                <a:xfrm>
                  <a:off x="6089100" y="5486800"/>
                  <a:ext cx="53893" cy="2080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58" name="Ink 57">
                  <a:extLst>
                    <a:ext uri="{FF2B5EF4-FFF2-40B4-BE49-F238E27FC236}">
                      <a16:creationId xmlns:a16="http://schemas.microsoft.com/office/drawing/2014/main" id="{D1833245-6DC5-D36F-87C6-0468E40A97DB}"/>
                    </a:ext>
                  </a:extLst>
                </p14:cNvPr>
                <p14:cNvContentPartPr/>
                <p14:nvPr/>
              </p14:nvContentPartPr>
              <p14:xfrm>
                <a:off x="6548407" y="4877123"/>
                <a:ext cx="1875960" cy="1333440"/>
              </p14:xfrm>
            </p:contentPart>
          </mc:Choice>
          <mc:Fallback>
            <p:pic>
              <p:nvPicPr>
                <p:cNvPr id="58" name="Ink 57">
                  <a:extLst>
                    <a:ext uri="{FF2B5EF4-FFF2-40B4-BE49-F238E27FC236}">
                      <a16:creationId xmlns:a16="http://schemas.microsoft.com/office/drawing/2014/main" id="{D1833245-6DC5-D36F-87C6-0468E40A97DB}"/>
                    </a:ext>
                  </a:extLst>
                </p:cNvPr>
                <p:cNvPicPr/>
                <p:nvPr/>
              </p:nvPicPr>
              <p:blipFill>
                <a:blip r:embed="rId27"/>
                <a:stretch>
                  <a:fillRect/>
                </a:stretch>
              </p:blipFill>
              <p:spPr>
                <a:xfrm>
                  <a:off x="6541581" y="4870297"/>
                  <a:ext cx="1889612" cy="1347092"/>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60" name="Ink 59">
                  <a:extLst>
                    <a:ext uri="{FF2B5EF4-FFF2-40B4-BE49-F238E27FC236}">
                      <a16:creationId xmlns:a16="http://schemas.microsoft.com/office/drawing/2014/main" id="{F5961E94-8431-47ED-D470-7D52B3CAC4E0}"/>
                    </a:ext>
                  </a:extLst>
                </p14:cNvPr>
                <p14:cNvContentPartPr/>
                <p14:nvPr/>
              </p14:nvContentPartPr>
              <p14:xfrm>
                <a:off x="6580087" y="6376883"/>
                <a:ext cx="70560" cy="68760"/>
              </p14:xfrm>
            </p:contentPart>
          </mc:Choice>
          <mc:Fallback>
            <p:pic>
              <p:nvPicPr>
                <p:cNvPr id="60" name="Ink 59">
                  <a:extLst>
                    <a:ext uri="{FF2B5EF4-FFF2-40B4-BE49-F238E27FC236}">
                      <a16:creationId xmlns:a16="http://schemas.microsoft.com/office/drawing/2014/main" id="{F5961E94-8431-47ED-D470-7D52B3CAC4E0}"/>
                    </a:ext>
                  </a:extLst>
                </p:cNvPr>
                <p:cNvPicPr/>
                <p:nvPr/>
              </p:nvPicPr>
              <p:blipFill>
                <a:blip r:embed="rId29"/>
                <a:stretch>
                  <a:fillRect/>
                </a:stretch>
              </p:blipFill>
              <p:spPr>
                <a:xfrm>
                  <a:off x="6573272" y="6370087"/>
                  <a:ext cx="84191" cy="82352"/>
                </a:xfrm>
                <a:prstGeom prst="rect">
                  <a:avLst/>
                </a:prstGeom>
              </p:spPr>
            </p:pic>
          </mc:Fallback>
        </mc:AlternateContent>
        <p:grpSp>
          <p:nvGrpSpPr>
            <p:cNvPr id="63" name="Group 62">
              <a:extLst>
                <a:ext uri="{FF2B5EF4-FFF2-40B4-BE49-F238E27FC236}">
                  <a16:creationId xmlns:a16="http://schemas.microsoft.com/office/drawing/2014/main" id="{61F6EA4E-1047-7B44-6B14-5318C587E01E}"/>
                </a:ext>
              </a:extLst>
            </p:cNvPr>
            <p:cNvGrpSpPr/>
            <p:nvPr/>
          </p:nvGrpSpPr>
          <p:grpSpPr>
            <a:xfrm>
              <a:off x="7191007" y="6386400"/>
              <a:ext cx="899640" cy="129960"/>
              <a:chOff x="7191007" y="6386400"/>
              <a:chExt cx="899640" cy="129960"/>
            </a:xfrm>
          </p:grpSpPr>
          <mc:AlternateContent xmlns:mc="http://schemas.openxmlformats.org/markup-compatibility/2006">
            <mc:Choice xmlns:p14="http://schemas.microsoft.com/office/powerpoint/2010/main" Requires="p14">
              <p:contentPart p14:bwMode="auto" r:id="rId30">
                <p14:nvContentPartPr>
                  <p14:cNvPr id="19" name="Ink 18">
                    <a:extLst>
                      <a:ext uri="{FF2B5EF4-FFF2-40B4-BE49-F238E27FC236}">
                        <a16:creationId xmlns:a16="http://schemas.microsoft.com/office/drawing/2014/main" id="{D9C36576-1DC6-40A4-C077-2E0CD115A3C5}"/>
                      </a:ext>
                    </a:extLst>
                  </p14:cNvPr>
                  <p14:cNvContentPartPr/>
                  <p14:nvPr/>
                </p14:nvContentPartPr>
                <p14:xfrm>
                  <a:off x="7419247" y="6386400"/>
                  <a:ext cx="28440" cy="111600"/>
                </p14:xfrm>
              </p:contentPart>
            </mc:Choice>
            <mc:Fallback>
              <p:pic>
                <p:nvPicPr>
                  <p:cNvPr id="19" name="Ink 18">
                    <a:extLst>
                      <a:ext uri="{FF2B5EF4-FFF2-40B4-BE49-F238E27FC236}">
                        <a16:creationId xmlns:a16="http://schemas.microsoft.com/office/drawing/2014/main" id="{D9C36576-1DC6-40A4-C077-2E0CD115A3C5}"/>
                      </a:ext>
                    </a:extLst>
                  </p:cNvPr>
                  <p:cNvPicPr/>
                  <p:nvPr/>
                </p:nvPicPr>
                <p:blipFill>
                  <a:blip r:embed="rId31"/>
                  <a:stretch>
                    <a:fillRect/>
                  </a:stretch>
                </p:blipFill>
                <p:spPr>
                  <a:xfrm>
                    <a:off x="7412437" y="6379576"/>
                    <a:ext cx="42059" cy="125249"/>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20" name="Ink 19">
                    <a:extLst>
                      <a:ext uri="{FF2B5EF4-FFF2-40B4-BE49-F238E27FC236}">
                        <a16:creationId xmlns:a16="http://schemas.microsoft.com/office/drawing/2014/main" id="{F660AF26-4C9C-36D7-3E0E-208A0E83103F}"/>
                      </a:ext>
                    </a:extLst>
                  </p14:cNvPr>
                  <p14:cNvContentPartPr/>
                  <p14:nvPr/>
                </p14:nvContentPartPr>
                <p14:xfrm>
                  <a:off x="7395127" y="6436440"/>
                  <a:ext cx="70200" cy="12240"/>
                </p14:xfrm>
              </p:contentPart>
            </mc:Choice>
            <mc:Fallback>
              <p:pic>
                <p:nvPicPr>
                  <p:cNvPr id="20" name="Ink 19">
                    <a:extLst>
                      <a:ext uri="{FF2B5EF4-FFF2-40B4-BE49-F238E27FC236}">
                        <a16:creationId xmlns:a16="http://schemas.microsoft.com/office/drawing/2014/main" id="{F660AF26-4C9C-36D7-3E0E-208A0E83103F}"/>
                      </a:ext>
                    </a:extLst>
                  </p:cNvPr>
                  <p:cNvPicPr/>
                  <p:nvPr/>
                </p:nvPicPr>
                <p:blipFill>
                  <a:blip r:embed="rId33"/>
                  <a:stretch>
                    <a:fillRect/>
                  </a:stretch>
                </p:blipFill>
                <p:spPr>
                  <a:xfrm>
                    <a:off x="7388308" y="6429504"/>
                    <a:ext cx="83839" cy="26112"/>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21" name="Ink 20">
                    <a:extLst>
                      <a:ext uri="{FF2B5EF4-FFF2-40B4-BE49-F238E27FC236}">
                        <a16:creationId xmlns:a16="http://schemas.microsoft.com/office/drawing/2014/main" id="{EFCA97F2-7349-798B-F5A0-ED9E3EEC5568}"/>
                      </a:ext>
                    </a:extLst>
                  </p14:cNvPr>
                  <p14:cNvContentPartPr/>
                  <p14:nvPr/>
                </p14:nvContentPartPr>
                <p14:xfrm>
                  <a:off x="7513207" y="6453000"/>
                  <a:ext cx="7200" cy="30960"/>
                </p14:xfrm>
              </p:contentPart>
            </mc:Choice>
            <mc:Fallback>
              <p:pic>
                <p:nvPicPr>
                  <p:cNvPr id="21" name="Ink 20">
                    <a:extLst>
                      <a:ext uri="{FF2B5EF4-FFF2-40B4-BE49-F238E27FC236}">
                        <a16:creationId xmlns:a16="http://schemas.microsoft.com/office/drawing/2014/main" id="{EFCA97F2-7349-798B-F5A0-ED9E3EEC5568}"/>
                      </a:ext>
                    </a:extLst>
                  </p:cNvPr>
                  <p:cNvPicPr/>
                  <p:nvPr/>
                </p:nvPicPr>
                <p:blipFill>
                  <a:blip r:embed="rId35"/>
                  <a:stretch>
                    <a:fillRect/>
                  </a:stretch>
                </p:blipFill>
                <p:spPr>
                  <a:xfrm>
                    <a:off x="7506407" y="6446165"/>
                    <a:ext cx="20800" cy="44631"/>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22" name="Ink 21">
                    <a:extLst>
                      <a:ext uri="{FF2B5EF4-FFF2-40B4-BE49-F238E27FC236}">
                        <a16:creationId xmlns:a16="http://schemas.microsoft.com/office/drawing/2014/main" id="{FA04CEA2-FD93-E317-5307-BCCCEF8BBA49}"/>
                      </a:ext>
                    </a:extLst>
                  </p14:cNvPr>
                  <p14:cNvContentPartPr/>
                  <p14:nvPr/>
                </p14:nvContentPartPr>
                <p14:xfrm>
                  <a:off x="7519687" y="6419880"/>
                  <a:ext cx="22320" cy="4680"/>
                </p14:xfrm>
              </p:contentPart>
            </mc:Choice>
            <mc:Fallback>
              <p:pic>
                <p:nvPicPr>
                  <p:cNvPr id="22" name="Ink 21">
                    <a:extLst>
                      <a:ext uri="{FF2B5EF4-FFF2-40B4-BE49-F238E27FC236}">
                        <a16:creationId xmlns:a16="http://schemas.microsoft.com/office/drawing/2014/main" id="{FA04CEA2-FD93-E317-5307-BCCCEF8BBA49}"/>
                      </a:ext>
                    </a:extLst>
                  </p:cNvPr>
                  <p:cNvPicPr/>
                  <p:nvPr/>
                </p:nvPicPr>
                <p:blipFill>
                  <a:blip r:embed="rId37"/>
                  <a:stretch>
                    <a:fillRect/>
                  </a:stretch>
                </p:blipFill>
                <p:spPr>
                  <a:xfrm>
                    <a:off x="7512911" y="6413250"/>
                    <a:ext cx="35871" cy="1794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23" name="Ink 22">
                    <a:extLst>
                      <a:ext uri="{FF2B5EF4-FFF2-40B4-BE49-F238E27FC236}">
                        <a16:creationId xmlns:a16="http://schemas.microsoft.com/office/drawing/2014/main" id="{8109DED7-BA7D-8680-2EB5-83BBED5C3B7F}"/>
                      </a:ext>
                    </a:extLst>
                  </p14:cNvPr>
                  <p14:cNvContentPartPr/>
                  <p14:nvPr/>
                </p14:nvContentPartPr>
                <p14:xfrm>
                  <a:off x="7560727" y="6448320"/>
                  <a:ext cx="139320" cy="68040"/>
                </p14:xfrm>
              </p:contentPart>
            </mc:Choice>
            <mc:Fallback>
              <p:pic>
                <p:nvPicPr>
                  <p:cNvPr id="23" name="Ink 22">
                    <a:extLst>
                      <a:ext uri="{FF2B5EF4-FFF2-40B4-BE49-F238E27FC236}">
                        <a16:creationId xmlns:a16="http://schemas.microsoft.com/office/drawing/2014/main" id="{8109DED7-BA7D-8680-2EB5-83BBED5C3B7F}"/>
                      </a:ext>
                    </a:extLst>
                  </p:cNvPr>
                  <p:cNvPicPr/>
                  <p:nvPr/>
                </p:nvPicPr>
                <p:blipFill>
                  <a:blip r:embed="rId39"/>
                  <a:stretch>
                    <a:fillRect/>
                  </a:stretch>
                </p:blipFill>
                <p:spPr>
                  <a:xfrm>
                    <a:off x="7553902" y="6441516"/>
                    <a:ext cx="152971" cy="81648"/>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24" name="Ink 23">
                    <a:extLst>
                      <a:ext uri="{FF2B5EF4-FFF2-40B4-BE49-F238E27FC236}">
                        <a16:creationId xmlns:a16="http://schemas.microsoft.com/office/drawing/2014/main" id="{57DA8961-5E80-74E7-0021-FD7F3D12AB04}"/>
                      </a:ext>
                    </a:extLst>
                  </p14:cNvPr>
                  <p14:cNvContentPartPr/>
                  <p14:nvPr/>
                </p14:nvContentPartPr>
                <p14:xfrm>
                  <a:off x="7720567" y="6437160"/>
                  <a:ext cx="42840" cy="66240"/>
                </p14:xfrm>
              </p:contentPart>
            </mc:Choice>
            <mc:Fallback>
              <p:pic>
                <p:nvPicPr>
                  <p:cNvPr id="24" name="Ink 23">
                    <a:extLst>
                      <a:ext uri="{FF2B5EF4-FFF2-40B4-BE49-F238E27FC236}">
                        <a16:creationId xmlns:a16="http://schemas.microsoft.com/office/drawing/2014/main" id="{57DA8961-5E80-74E7-0021-FD7F3D12AB04}"/>
                      </a:ext>
                    </a:extLst>
                  </p:cNvPr>
                  <p:cNvPicPr/>
                  <p:nvPr/>
                </p:nvPicPr>
                <p:blipFill>
                  <a:blip r:embed="rId41"/>
                  <a:stretch>
                    <a:fillRect/>
                  </a:stretch>
                </p:blipFill>
                <p:spPr>
                  <a:xfrm>
                    <a:off x="7713761" y="6430335"/>
                    <a:ext cx="56453" cy="79889"/>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61" name="Ink 60">
                    <a:extLst>
                      <a:ext uri="{FF2B5EF4-FFF2-40B4-BE49-F238E27FC236}">
                        <a16:creationId xmlns:a16="http://schemas.microsoft.com/office/drawing/2014/main" id="{92B48719-1302-F650-FBCC-C46536288295}"/>
                      </a:ext>
                    </a:extLst>
                  </p14:cNvPr>
                  <p14:cNvContentPartPr/>
                  <p14:nvPr/>
                </p14:nvContentPartPr>
                <p14:xfrm>
                  <a:off x="7191007" y="6410003"/>
                  <a:ext cx="360" cy="71280"/>
                </p14:xfrm>
              </p:contentPart>
            </mc:Choice>
            <mc:Fallback>
              <p:pic>
                <p:nvPicPr>
                  <p:cNvPr id="61" name="Ink 60">
                    <a:extLst>
                      <a:ext uri="{FF2B5EF4-FFF2-40B4-BE49-F238E27FC236}">
                        <a16:creationId xmlns:a16="http://schemas.microsoft.com/office/drawing/2014/main" id="{92B48719-1302-F650-FBCC-C46536288295}"/>
                      </a:ext>
                    </a:extLst>
                  </p:cNvPr>
                  <p:cNvPicPr/>
                  <p:nvPr/>
                </p:nvPicPr>
                <p:blipFill>
                  <a:blip r:embed="rId43"/>
                  <a:stretch>
                    <a:fillRect/>
                  </a:stretch>
                </p:blipFill>
                <p:spPr>
                  <a:xfrm>
                    <a:off x="7184887" y="6403195"/>
                    <a:ext cx="12600" cy="84895"/>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62" name="Ink 61">
                    <a:extLst>
                      <a:ext uri="{FF2B5EF4-FFF2-40B4-BE49-F238E27FC236}">
                        <a16:creationId xmlns:a16="http://schemas.microsoft.com/office/drawing/2014/main" id="{1B66DF46-41BD-E702-39D3-386AEE45589F}"/>
                      </a:ext>
                    </a:extLst>
                  </p14:cNvPr>
                  <p14:cNvContentPartPr/>
                  <p14:nvPr/>
                </p14:nvContentPartPr>
                <p14:xfrm>
                  <a:off x="7934047" y="6390563"/>
                  <a:ext cx="156600" cy="104760"/>
                </p14:xfrm>
              </p:contentPart>
            </mc:Choice>
            <mc:Fallback>
              <p:pic>
                <p:nvPicPr>
                  <p:cNvPr id="62" name="Ink 61">
                    <a:extLst>
                      <a:ext uri="{FF2B5EF4-FFF2-40B4-BE49-F238E27FC236}">
                        <a16:creationId xmlns:a16="http://schemas.microsoft.com/office/drawing/2014/main" id="{1B66DF46-41BD-E702-39D3-386AEE45589F}"/>
                      </a:ext>
                    </a:extLst>
                  </p:cNvPr>
                  <p:cNvPicPr/>
                  <p:nvPr/>
                </p:nvPicPr>
                <p:blipFill>
                  <a:blip r:embed="rId45"/>
                  <a:stretch>
                    <a:fillRect/>
                  </a:stretch>
                </p:blipFill>
                <p:spPr>
                  <a:xfrm>
                    <a:off x="7927221" y="6383740"/>
                    <a:ext cx="170252" cy="118407"/>
                  </a:xfrm>
                  <a:prstGeom prst="rect">
                    <a:avLst/>
                  </a:prstGeom>
                </p:spPr>
              </p:pic>
            </mc:Fallback>
          </mc:AlternateContent>
        </p:grpSp>
        <p:grpSp>
          <p:nvGrpSpPr>
            <p:cNvPr id="65" name="Group 64">
              <a:extLst>
                <a:ext uri="{FF2B5EF4-FFF2-40B4-BE49-F238E27FC236}">
                  <a16:creationId xmlns:a16="http://schemas.microsoft.com/office/drawing/2014/main" id="{8F7F0D51-ADEE-CD20-9CAC-2DFF0B166436}"/>
                </a:ext>
              </a:extLst>
            </p:cNvPr>
            <p:cNvGrpSpPr/>
            <p:nvPr/>
          </p:nvGrpSpPr>
          <p:grpSpPr>
            <a:xfrm>
              <a:off x="8397367" y="4547880"/>
              <a:ext cx="518400" cy="1962563"/>
              <a:chOff x="8397367" y="4547880"/>
              <a:chExt cx="518400" cy="1962563"/>
            </a:xfrm>
          </p:grpSpPr>
          <mc:AlternateContent xmlns:mc="http://schemas.openxmlformats.org/markup-compatibility/2006">
            <mc:Choice xmlns:p14="http://schemas.microsoft.com/office/powerpoint/2010/main" Requires="p14">
              <p:contentPart p14:bwMode="auto" r:id="rId46">
                <p14:nvContentPartPr>
                  <p14:cNvPr id="9" name="Ink 8">
                    <a:extLst>
                      <a:ext uri="{FF2B5EF4-FFF2-40B4-BE49-F238E27FC236}">
                        <a16:creationId xmlns:a16="http://schemas.microsoft.com/office/drawing/2014/main" id="{1B6C87AB-F24B-EABD-C271-60D2F9862E9D}"/>
                      </a:ext>
                    </a:extLst>
                  </p14:cNvPr>
                  <p14:cNvContentPartPr/>
                  <p14:nvPr/>
                </p14:nvContentPartPr>
                <p14:xfrm>
                  <a:off x="8800927" y="4547880"/>
                  <a:ext cx="114840" cy="1795680"/>
                </p14:xfrm>
              </p:contentPart>
            </mc:Choice>
            <mc:Fallback>
              <p:pic>
                <p:nvPicPr>
                  <p:cNvPr id="9" name="Ink 8">
                    <a:extLst>
                      <a:ext uri="{FF2B5EF4-FFF2-40B4-BE49-F238E27FC236}">
                        <a16:creationId xmlns:a16="http://schemas.microsoft.com/office/drawing/2014/main" id="{1B6C87AB-F24B-EABD-C271-60D2F9862E9D}"/>
                      </a:ext>
                    </a:extLst>
                  </p:cNvPr>
                  <p:cNvPicPr/>
                  <p:nvPr/>
                </p:nvPicPr>
                <p:blipFill>
                  <a:blip r:embed="rId47"/>
                  <a:stretch>
                    <a:fillRect/>
                  </a:stretch>
                </p:blipFill>
                <p:spPr>
                  <a:xfrm>
                    <a:off x="8794101" y="4541055"/>
                    <a:ext cx="128492" cy="1809329"/>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10" name="Ink 9">
                    <a:extLst>
                      <a:ext uri="{FF2B5EF4-FFF2-40B4-BE49-F238E27FC236}">
                        <a16:creationId xmlns:a16="http://schemas.microsoft.com/office/drawing/2014/main" id="{76EC2C0B-FC1F-A343-6DB3-C85D2873F8E9}"/>
                      </a:ext>
                    </a:extLst>
                  </p14:cNvPr>
                  <p14:cNvContentPartPr/>
                  <p14:nvPr/>
                </p14:nvContentPartPr>
                <p14:xfrm>
                  <a:off x="8805607" y="6295680"/>
                  <a:ext cx="109080" cy="10080"/>
                </p14:xfrm>
              </p:contentPart>
            </mc:Choice>
            <mc:Fallback>
              <p:pic>
                <p:nvPicPr>
                  <p:cNvPr id="10" name="Ink 9">
                    <a:extLst>
                      <a:ext uri="{FF2B5EF4-FFF2-40B4-BE49-F238E27FC236}">
                        <a16:creationId xmlns:a16="http://schemas.microsoft.com/office/drawing/2014/main" id="{76EC2C0B-FC1F-A343-6DB3-C85D2873F8E9}"/>
                      </a:ext>
                    </a:extLst>
                  </p:cNvPr>
                  <p:cNvPicPr/>
                  <p:nvPr/>
                </p:nvPicPr>
                <p:blipFill>
                  <a:blip r:embed="rId49"/>
                  <a:stretch>
                    <a:fillRect/>
                  </a:stretch>
                </p:blipFill>
                <p:spPr>
                  <a:xfrm>
                    <a:off x="8798789" y="6288826"/>
                    <a:ext cx="122715" cy="23789"/>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64" name="Ink 63">
                    <a:extLst>
                      <a:ext uri="{FF2B5EF4-FFF2-40B4-BE49-F238E27FC236}">
                        <a16:creationId xmlns:a16="http://schemas.microsoft.com/office/drawing/2014/main" id="{B07427D6-C625-DCDC-B9B9-02F232FBD48A}"/>
                      </a:ext>
                    </a:extLst>
                  </p14:cNvPr>
                  <p14:cNvContentPartPr/>
                  <p14:nvPr/>
                </p14:nvContentPartPr>
                <p14:xfrm>
                  <a:off x="8397367" y="6413603"/>
                  <a:ext cx="71640" cy="96840"/>
                </p14:xfrm>
              </p:contentPart>
            </mc:Choice>
            <mc:Fallback>
              <p:pic>
                <p:nvPicPr>
                  <p:cNvPr id="64" name="Ink 63">
                    <a:extLst>
                      <a:ext uri="{FF2B5EF4-FFF2-40B4-BE49-F238E27FC236}">
                        <a16:creationId xmlns:a16="http://schemas.microsoft.com/office/drawing/2014/main" id="{B07427D6-C625-DCDC-B9B9-02F232FBD48A}"/>
                      </a:ext>
                    </a:extLst>
                  </p:cNvPr>
                  <p:cNvPicPr/>
                  <p:nvPr/>
                </p:nvPicPr>
                <p:blipFill>
                  <a:blip r:embed="rId51"/>
                  <a:stretch>
                    <a:fillRect/>
                  </a:stretch>
                </p:blipFill>
                <p:spPr>
                  <a:xfrm>
                    <a:off x="8390563" y="6406772"/>
                    <a:ext cx="85248" cy="110502"/>
                  </a:xfrm>
                  <a:prstGeom prst="rect">
                    <a:avLst/>
                  </a:prstGeom>
                </p:spPr>
              </p:pic>
            </mc:Fallback>
          </mc:AlternateContent>
        </p:grpSp>
        <mc:AlternateContent xmlns:mc="http://schemas.openxmlformats.org/markup-compatibility/2006">
          <mc:Choice xmlns:p14="http://schemas.microsoft.com/office/powerpoint/2010/main" Requires="p14">
            <p:contentPart p14:bwMode="auto" r:id="rId52">
              <p14:nvContentPartPr>
                <p14:cNvPr id="75" name="Ink 74">
                  <a:extLst>
                    <a:ext uri="{FF2B5EF4-FFF2-40B4-BE49-F238E27FC236}">
                      <a16:creationId xmlns:a16="http://schemas.microsoft.com/office/drawing/2014/main" id="{EBE5BDDA-44D9-C032-A9AC-98E868FD6A35}"/>
                    </a:ext>
                  </a:extLst>
                </p14:cNvPr>
                <p14:cNvContentPartPr/>
                <p14:nvPr/>
              </p14:nvContentPartPr>
              <p14:xfrm>
                <a:off x="7920007" y="5762363"/>
                <a:ext cx="360" cy="360"/>
              </p14:xfrm>
            </p:contentPart>
          </mc:Choice>
          <mc:Fallback>
            <p:pic>
              <p:nvPicPr>
                <p:cNvPr id="75" name="Ink 74">
                  <a:extLst>
                    <a:ext uri="{FF2B5EF4-FFF2-40B4-BE49-F238E27FC236}">
                      <a16:creationId xmlns:a16="http://schemas.microsoft.com/office/drawing/2014/main" id="{EBE5BDDA-44D9-C032-A9AC-98E868FD6A35}"/>
                    </a:ext>
                  </a:extLst>
                </p:cNvPr>
                <p:cNvPicPr/>
                <p:nvPr/>
              </p:nvPicPr>
              <p:blipFill>
                <a:blip r:embed="rId53"/>
                <a:stretch>
                  <a:fillRect/>
                </a:stretch>
              </p:blipFill>
              <p:spPr>
                <a:xfrm>
                  <a:off x="7913887" y="5756243"/>
                  <a:ext cx="1260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76" name="Ink 75">
                  <a:extLst>
                    <a:ext uri="{FF2B5EF4-FFF2-40B4-BE49-F238E27FC236}">
                      <a16:creationId xmlns:a16="http://schemas.microsoft.com/office/drawing/2014/main" id="{0F21CD93-E9EC-9630-D470-9C68D799634F}"/>
                    </a:ext>
                  </a:extLst>
                </p14:cNvPr>
                <p14:cNvContentPartPr/>
                <p14:nvPr/>
              </p14:nvContentPartPr>
              <p14:xfrm>
                <a:off x="7924687" y="5876843"/>
                <a:ext cx="360" cy="360"/>
              </p14:xfrm>
            </p:contentPart>
          </mc:Choice>
          <mc:Fallback>
            <p:pic>
              <p:nvPicPr>
                <p:cNvPr id="76" name="Ink 75">
                  <a:extLst>
                    <a:ext uri="{FF2B5EF4-FFF2-40B4-BE49-F238E27FC236}">
                      <a16:creationId xmlns:a16="http://schemas.microsoft.com/office/drawing/2014/main" id="{0F21CD93-E9EC-9630-D470-9C68D799634F}"/>
                    </a:ext>
                  </a:extLst>
                </p:cNvPr>
                <p:cNvPicPr/>
                <p:nvPr/>
              </p:nvPicPr>
              <p:blipFill>
                <a:blip r:embed="rId53"/>
                <a:stretch>
                  <a:fillRect/>
                </a:stretch>
              </p:blipFill>
              <p:spPr>
                <a:xfrm>
                  <a:off x="7918567" y="5870723"/>
                  <a:ext cx="1260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55">
              <p14:nvContentPartPr>
                <p14:cNvPr id="77" name="Ink 76">
                  <a:extLst>
                    <a:ext uri="{FF2B5EF4-FFF2-40B4-BE49-F238E27FC236}">
                      <a16:creationId xmlns:a16="http://schemas.microsoft.com/office/drawing/2014/main" id="{6DF3C903-56D6-015C-A57A-2A84367AB87E}"/>
                    </a:ext>
                  </a:extLst>
                </p14:cNvPr>
                <p14:cNvContentPartPr/>
                <p14:nvPr/>
              </p14:nvContentPartPr>
              <p14:xfrm>
                <a:off x="7929367" y="5967203"/>
                <a:ext cx="360" cy="360"/>
              </p14:xfrm>
            </p:contentPart>
          </mc:Choice>
          <mc:Fallback>
            <p:pic>
              <p:nvPicPr>
                <p:cNvPr id="77" name="Ink 76">
                  <a:extLst>
                    <a:ext uri="{FF2B5EF4-FFF2-40B4-BE49-F238E27FC236}">
                      <a16:creationId xmlns:a16="http://schemas.microsoft.com/office/drawing/2014/main" id="{6DF3C903-56D6-015C-A57A-2A84367AB87E}"/>
                    </a:ext>
                  </a:extLst>
                </p:cNvPr>
                <p:cNvPicPr/>
                <p:nvPr/>
              </p:nvPicPr>
              <p:blipFill>
                <a:blip r:embed="rId53"/>
                <a:stretch>
                  <a:fillRect/>
                </a:stretch>
              </p:blipFill>
              <p:spPr>
                <a:xfrm>
                  <a:off x="7923247" y="5961083"/>
                  <a:ext cx="12600" cy="12600"/>
                </a:xfrm>
                <a:prstGeom prst="rect">
                  <a:avLst/>
                </a:prstGeom>
              </p:spPr>
            </p:pic>
          </mc:Fallback>
        </mc:AlternateContent>
        <p:grpSp>
          <p:nvGrpSpPr>
            <p:cNvPr id="88" name="Group 87">
              <a:extLst>
                <a:ext uri="{FF2B5EF4-FFF2-40B4-BE49-F238E27FC236}">
                  <a16:creationId xmlns:a16="http://schemas.microsoft.com/office/drawing/2014/main" id="{31FD62EF-0779-B159-B5A3-08F0F039E68D}"/>
                </a:ext>
              </a:extLst>
            </p:cNvPr>
            <p:cNvGrpSpPr/>
            <p:nvPr/>
          </p:nvGrpSpPr>
          <p:grpSpPr>
            <a:xfrm>
              <a:off x="7934047" y="6110123"/>
              <a:ext cx="5040" cy="71640"/>
              <a:chOff x="7934047" y="6110123"/>
              <a:chExt cx="5040" cy="71640"/>
            </a:xfrm>
          </p:grpSpPr>
          <mc:AlternateContent xmlns:mc="http://schemas.openxmlformats.org/markup-compatibility/2006">
            <mc:Choice xmlns:p14="http://schemas.microsoft.com/office/powerpoint/2010/main" Requires="p14">
              <p:contentPart p14:bwMode="auto" r:id="rId56">
                <p14:nvContentPartPr>
                  <p14:cNvPr id="78" name="Ink 77">
                    <a:extLst>
                      <a:ext uri="{FF2B5EF4-FFF2-40B4-BE49-F238E27FC236}">
                        <a16:creationId xmlns:a16="http://schemas.microsoft.com/office/drawing/2014/main" id="{FFA44FE1-9172-39DD-0162-C9A918B14157}"/>
                      </a:ext>
                    </a:extLst>
                  </p14:cNvPr>
                  <p14:cNvContentPartPr/>
                  <p14:nvPr/>
                </p14:nvContentPartPr>
                <p14:xfrm>
                  <a:off x="7938727" y="6110123"/>
                  <a:ext cx="360" cy="360"/>
                </p14:xfrm>
              </p:contentPart>
            </mc:Choice>
            <mc:Fallback>
              <p:pic>
                <p:nvPicPr>
                  <p:cNvPr id="78" name="Ink 77">
                    <a:extLst>
                      <a:ext uri="{FF2B5EF4-FFF2-40B4-BE49-F238E27FC236}">
                        <a16:creationId xmlns:a16="http://schemas.microsoft.com/office/drawing/2014/main" id="{FFA44FE1-9172-39DD-0162-C9A918B14157}"/>
                      </a:ext>
                    </a:extLst>
                  </p:cNvPr>
                  <p:cNvPicPr/>
                  <p:nvPr/>
                </p:nvPicPr>
                <p:blipFill>
                  <a:blip r:embed="rId53"/>
                  <a:stretch>
                    <a:fillRect/>
                  </a:stretch>
                </p:blipFill>
                <p:spPr>
                  <a:xfrm>
                    <a:off x="7932607" y="6104003"/>
                    <a:ext cx="1260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57">
                <p14:nvContentPartPr>
                  <p14:cNvPr id="79" name="Ink 78">
                    <a:extLst>
                      <a:ext uri="{FF2B5EF4-FFF2-40B4-BE49-F238E27FC236}">
                        <a16:creationId xmlns:a16="http://schemas.microsoft.com/office/drawing/2014/main" id="{379F0FD2-F777-0D25-C4E4-AB3F5C1760F9}"/>
                      </a:ext>
                    </a:extLst>
                  </p14:cNvPr>
                  <p14:cNvContentPartPr/>
                  <p14:nvPr/>
                </p14:nvContentPartPr>
                <p14:xfrm>
                  <a:off x="7934047" y="6181403"/>
                  <a:ext cx="360" cy="360"/>
                </p14:xfrm>
              </p:contentPart>
            </mc:Choice>
            <mc:Fallback>
              <p:pic>
                <p:nvPicPr>
                  <p:cNvPr id="79" name="Ink 78">
                    <a:extLst>
                      <a:ext uri="{FF2B5EF4-FFF2-40B4-BE49-F238E27FC236}">
                        <a16:creationId xmlns:a16="http://schemas.microsoft.com/office/drawing/2014/main" id="{379F0FD2-F777-0D25-C4E4-AB3F5C1760F9}"/>
                      </a:ext>
                    </a:extLst>
                  </p:cNvPr>
                  <p:cNvPicPr/>
                  <p:nvPr/>
                </p:nvPicPr>
                <p:blipFill>
                  <a:blip r:embed="rId53"/>
                  <a:stretch>
                    <a:fillRect/>
                  </a:stretch>
                </p:blipFill>
                <p:spPr>
                  <a:xfrm>
                    <a:off x="7927927" y="6175283"/>
                    <a:ext cx="12600" cy="126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58">
              <p14:nvContentPartPr>
                <p14:cNvPr id="84" name="Ink 83">
                  <a:extLst>
                    <a:ext uri="{FF2B5EF4-FFF2-40B4-BE49-F238E27FC236}">
                      <a16:creationId xmlns:a16="http://schemas.microsoft.com/office/drawing/2014/main" id="{481F1466-99BF-283C-FF32-A5C27F72AF9B}"/>
                    </a:ext>
                  </a:extLst>
                </p14:cNvPr>
                <p14:cNvContentPartPr/>
                <p14:nvPr/>
              </p14:nvContentPartPr>
              <p14:xfrm>
                <a:off x="8395927" y="5657603"/>
                <a:ext cx="360" cy="360"/>
              </p14:xfrm>
            </p:contentPart>
          </mc:Choice>
          <mc:Fallback>
            <p:pic>
              <p:nvPicPr>
                <p:cNvPr id="84" name="Ink 83">
                  <a:extLst>
                    <a:ext uri="{FF2B5EF4-FFF2-40B4-BE49-F238E27FC236}">
                      <a16:creationId xmlns:a16="http://schemas.microsoft.com/office/drawing/2014/main" id="{481F1466-99BF-283C-FF32-A5C27F72AF9B}"/>
                    </a:ext>
                  </a:extLst>
                </p:cNvPr>
                <p:cNvPicPr/>
                <p:nvPr/>
              </p:nvPicPr>
              <p:blipFill>
                <a:blip r:embed="rId53"/>
                <a:stretch>
                  <a:fillRect/>
                </a:stretch>
              </p:blipFill>
              <p:spPr>
                <a:xfrm>
                  <a:off x="8389807" y="5651483"/>
                  <a:ext cx="1260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59">
              <p14:nvContentPartPr>
                <p14:cNvPr id="85" name="Ink 84">
                  <a:extLst>
                    <a:ext uri="{FF2B5EF4-FFF2-40B4-BE49-F238E27FC236}">
                      <a16:creationId xmlns:a16="http://schemas.microsoft.com/office/drawing/2014/main" id="{D2325232-1444-22DD-9348-A833053C4ACE}"/>
                    </a:ext>
                  </a:extLst>
                </p14:cNvPr>
                <p14:cNvContentPartPr/>
                <p14:nvPr/>
              </p14:nvContentPartPr>
              <p14:xfrm>
                <a:off x="8395927" y="5810243"/>
                <a:ext cx="360" cy="360"/>
              </p14:xfrm>
            </p:contentPart>
          </mc:Choice>
          <mc:Fallback>
            <p:pic>
              <p:nvPicPr>
                <p:cNvPr id="85" name="Ink 84">
                  <a:extLst>
                    <a:ext uri="{FF2B5EF4-FFF2-40B4-BE49-F238E27FC236}">
                      <a16:creationId xmlns:a16="http://schemas.microsoft.com/office/drawing/2014/main" id="{D2325232-1444-22DD-9348-A833053C4ACE}"/>
                    </a:ext>
                  </a:extLst>
                </p:cNvPr>
                <p:cNvPicPr/>
                <p:nvPr/>
              </p:nvPicPr>
              <p:blipFill>
                <a:blip r:embed="rId53"/>
                <a:stretch>
                  <a:fillRect/>
                </a:stretch>
              </p:blipFill>
              <p:spPr>
                <a:xfrm>
                  <a:off x="8389807" y="5804123"/>
                  <a:ext cx="1260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86" name="Ink 85">
                  <a:extLst>
                    <a:ext uri="{FF2B5EF4-FFF2-40B4-BE49-F238E27FC236}">
                      <a16:creationId xmlns:a16="http://schemas.microsoft.com/office/drawing/2014/main" id="{4B5E4636-F8B5-CE57-6BAE-48648E06638C}"/>
                    </a:ext>
                  </a:extLst>
                </p14:cNvPr>
                <p14:cNvContentPartPr/>
                <p14:nvPr/>
              </p14:nvContentPartPr>
              <p14:xfrm>
                <a:off x="8395927" y="5990963"/>
                <a:ext cx="360" cy="360"/>
              </p14:xfrm>
            </p:contentPart>
          </mc:Choice>
          <mc:Fallback>
            <p:pic>
              <p:nvPicPr>
                <p:cNvPr id="86" name="Ink 85">
                  <a:extLst>
                    <a:ext uri="{FF2B5EF4-FFF2-40B4-BE49-F238E27FC236}">
                      <a16:creationId xmlns:a16="http://schemas.microsoft.com/office/drawing/2014/main" id="{4B5E4636-F8B5-CE57-6BAE-48648E06638C}"/>
                    </a:ext>
                  </a:extLst>
                </p:cNvPr>
                <p:cNvPicPr/>
                <p:nvPr/>
              </p:nvPicPr>
              <p:blipFill>
                <a:blip r:embed="rId53"/>
                <a:stretch>
                  <a:fillRect/>
                </a:stretch>
              </p:blipFill>
              <p:spPr>
                <a:xfrm>
                  <a:off x="8389807" y="5984843"/>
                  <a:ext cx="1260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61">
              <p14:nvContentPartPr>
                <p14:cNvPr id="87" name="Ink 86">
                  <a:extLst>
                    <a:ext uri="{FF2B5EF4-FFF2-40B4-BE49-F238E27FC236}">
                      <a16:creationId xmlns:a16="http://schemas.microsoft.com/office/drawing/2014/main" id="{E3E1ABAD-246C-3AB3-D19D-3A47524D7EA4}"/>
                    </a:ext>
                  </a:extLst>
                </p14:cNvPr>
                <p14:cNvContentPartPr/>
                <p14:nvPr/>
              </p14:nvContentPartPr>
              <p14:xfrm>
                <a:off x="8405647" y="6114803"/>
                <a:ext cx="360" cy="360"/>
              </p14:xfrm>
            </p:contentPart>
          </mc:Choice>
          <mc:Fallback>
            <p:pic>
              <p:nvPicPr>
                <p:cNvPr id="87" name="Ink 86">
                  <a:extLst>
                    <a:ext uri="{FF2B5EF4-FFF2-40B4-BE49-F238E27FC236}">
                      <a16:creationId xmlns:a16="http://schemas.microsoft.com/office/drawing/2014/main" id="{E3E1ABAD-246C-3AB3-D19D-3A47524D7EA4}"/>
                    </a:ext>
                  </a:extLst>
                </p:cNvPr>
                <p:cNvPicPr/>
                <p:nvPr/>
              </p:nvPicPr>
              <p:blipFill>
                <a:blip r:embed="rId53"/>
                <a:stretch>
                  <a:fillRect/>
                </a:stretch>
              </p:blipFill>
              <p:spPr>
                <a:xfrm>
                  <a:off x="8399527" y="6108683"/>
                  <a:ext cx="12600" cy="12600"/>
                </a:xfrm>
                <a:prstGeom prst="rect">
                  <a:avLst/>
                </a:prstGeom>
              </p:spPr>
            </p:pic>
          </mc:Fallback>
        </mc:AlternateContent>
        <p:grpSp>
          <p:nvGrpSpPr>
            <p:cNvPr id="93" name="Group 92">
              <a:extLst>
                <a:ext uri="{FF2B5EF4-FFF2-40B4-BE49-F238E27FC236}">
                  <a16:creationId xmlns:a16="http://schemas.microsoft.com/office/drawing/2014/main" id="{DA6A154F-4934-F4A4-96F8-6F317185A9E9}"/>
                </a:ext>
              </a:extLst>
            </p:cNvPr>
            <p:cNvGrpSpPr/>
            <p:nvPr/>
          </p:nvGrpSpPr>
          <p:grpSpPr>
            <a:xfrm>
              <a:off x="7072207" y="5753003"/>
              <a:ext cx="147600" cy="433800"/>
              <a:chOff x="7072207" y="5753003"/>
              <a:chExt cx="147600" cy="433800"/>
            </a:xfrm>
          </p:grpSpPr>
          <mc:AlternateContent xmlns:mc="http://schemas.openxmlformats.org/markup-compatibility/2006">
            <mc:Choice xmlns:p14="http://schemas.microsoft.com/office/powerpoint/2010/main" Requires="p14">
              <p:contentPart p14:bwMode="auto" r:id="rId62">
                <p14:nvContentPartPr>
                  <p14:cNvPr id="66" name="Ink 65">
                    <a:extLst>
                      <a:ext uri="{FF2B5EF4-FFF2-40B4-BE49-F238E27FC236}">
                        <a16:creationId xmlns:a16="http://schemas.microsoft.com/office/drawing/2014/main" id="{E7232A51-5822-45A5-98AD-DA73A0C686FA}"/>
                      </a:ext>
                    </a:extLst>
                  </p14:cNvPr>
                  <p14:cNvContentPartPr/>
                  <p14:nvPr/>
                </p14:nvContentPartPr>
                <p14:xfrm>
                  <a:off x="7162567" y="5976923"/>
                  <a:ext cx="360" cy="360"/>
                </p14:xfrm>
              </p:contentPart>
            </mc:Choice>
            <mc:Fallback>
              <p:pic>
                <p:nvPicPr>
                  <p:cNvPr id="66" name="Ink 65">
                    <a:extLst>
                      <a:ext uri="{FF2B5EF4-FFF2-40B4-BE49-F238E27FC236}">
                        <a16:creationId xmlns:a16="http://schemas.microsoft.com/office/drawing/2014/main" id="{E7232A51-5822-45A5-98AD-DA73A0C686FA}"/>
                      </a:ext>
                    </a:extLst>
                  </p:cNvPr>
                  <p:cNvPicPr/>
                  <p:nvPr/>
                </p:nvPicPr>
                <p:blipFill>
                  <a:blip r:embed="rId53"/>
                  <a:stretch>
                    <a:fillRect/>
                  </a:stretch>
                </p:blipFill>
                <p:spPr>
                  <a:xfrm>
                    <a:off x="7156447" y="5970803"/>
                    <a:ext cx="1260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63">
                <p14:nvContentPartPr>
                  <p14:cNvPr id="67" name="Ink 66">
                    <a:extLst>
                      <a:ext uri="{FF2B5EF4-FFF2-40B4-BE49-F238E27FC236}">
                        <a16:creationId xmlns:a16="http://schemas.microsoft.com/office/drawing/2014/main" id="{66AF280A-02F9-91C9-D0FC-9FBEF6BD09CE}"/>
                      </a:ext>
                    </a:extLst>
                  </p14:cNvPr>
                  <p14:cNvContentPartPr/>
                  <p14:nvPr/>
                </p14:nvContentPartPr>
                <p14:xfrm>
                  <a:off x="7167247" y="6029123"/>
                  <a:ext cx="360" cy="360"/>
                </p14:xfrm>
              </p:contentPart>
            </mc:Choice>
            <mc:Fallback>
              <p:pic>
                <p:nvPicPr>
                  <p:cNvPr id="67" name="Ink 66">
                    <a:extLst>
                      <a:ext uri="{FF2B5EF4-FFF2-40B4-BE49-F238E27FC236}">
                        <a16:creationId xmlns:a16="http://schemas.microsoft.com/office/drawing/2014/main" id="{66AF280A-02F9-91C9-D0FC-9FBEF6BD09CE}"/>
                      </a:ext>
                    </a:extLst>
                  </p:cNvPr>
                  <p:cNvPicPr/>
                  <p:nvPr/>
                </p:nvPicPr>
                <p:blipFill>
                  <a:blip r:embed="rId53"/>
                  <a:stretch>
                    <a:fillRect/>
                  </a:stretch>
                </p:blipFill>
                <p:spPr>
                  <a:xfrm>
                    <a:off x="7161127" y="6023003"/>
                    <a:ext cx="1260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68" name="Ink 67">
                    <a:extLst>
                      <a:ext uri="{FF2B5EF4-FFF2-40B4-BE49-F238E27FC236}">
                        <a16:creationId xmlns:a16="http://schemas.microsoft.com/office/drawing/2014/main" id="{9D722339-99D7-FCAB-9EC8-6B6C599E829B}"/>
                      </a:ext>
                    </a:extLst>
                  </p14:cNvPr>
                  <p14:cNvContentPartPr/>
                  <p14:nvPr/>
                </p14:nvContentPartPr>
                <p14:xfrm>
                  <a:off x="7167247" y="6114803"/>
                  <a:ext cx="360" cy="360"/>
                </p14:xfrm>
              </p:contentPart>
            </mc:Choice>
            <mc:Fallback>
              <p:pic>
                <p:nvPicPr>
                  <p:cNvPr id="68" name="Ink 67">
                    <a:extLst>
                      <a:ext uri="{FF2B5EF4-FFF2-40B4-BE49-F238E27FC236}">
                        <a16:creationId xmlns:a16="http://schemas.microsoft.com/office/drawing/2014/main" id="{9D722339-99D7-FCAB-9EC8-6B6C599E829B}"/>
                      </a:ext>
                    </a:extLst>
                  </p:cNvPr>
                  <p:cNvPicPr/>
                  <p:nvPr/>
                </p:nvPicPr>
                <p:blipFill>
                  <a:blip r:embed="rId53"/>
                  <a:stretch>
                    <a:fillRect/>
                  </a:stretch>
                </p:blipFill>
                <p:spPr>
                  <a:xfrm>
                    <a:off x="7161127" y="6108683"/>
                    <a:ext cx="1260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65">
                <p14:nvContentPartPr>
                  <p14:cNvPr id="69" name="Ink 68">
                    <a:extLst>
                      <a:ext uri="{FF2B5EF4-FFF2-40B4-BE49-F238E27FC236}">
                        <a16:creationId xmlns:a16="http://schemas.microsoft.com/office/drawing/2014/main" id="{4E26B329-E700-A6DA-A7AB-E2F1D7CFDF65}"/>
                      </a:ext>
                    </a:extLst>
                  </p14:cNvPr>
                  <p14:cNvContentPartPr/>
                  <p14:nvPr/>
                </p14:nvContentPartPr>
                <p14:xfrm>
                  <a:off x="7157887" y="6186443"/>
                  <a:ext cx="360" cy="360"/>
                </p14:xfrm>
              </p:contentPart>
            </mc:Choice>
            <mc:Fallback>
              <p:pic>
                <p:nvPicPr>
                  <p:cNvPr id="69" name="Ink 68">
                    <a:extLst>
                      <a:ext uri="{FF2B5EF4-FFF2-40B4-BE49-F238E27FC236}">
                        <a16:creationId xmlns:a16="http://schemas.microsoft.com/office/drawing/2014/main" id="{4E26B329-E700-A6DA-A7AB-E2F1D7CFDF65}"/>
                      </a:ext>
                    </a:extLst>
                  </p:cNvPr>
                  <p:cNvPicPr/>
                  <p:nvPr/>
                </p:nvPicPr>
                <p:blipFill>
                  <a:blip r:embed="rId53"/>
                  <a:stretch>
                    <a:fillRect/>
                  </a:stretch>
                </p:blipFill>
                <p:spPr>
                  <a:xfrm>
                    <a:off x="7151767" y="6180323"/>
                    <a:ext cx="1260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90" name="Ink 89">
                    <a:extLst>
                      <a:ext uri="{FF2B5EF4-FFF2-40B4-BE49-F238E27FC236}">
                        <a16:creationId xmlns:a16="http://schemas.microsoft.com/office/drawing/2014/main" id="{46B79F04-7595-CF9E-D714-A8F460F66033}"/>
                      </a:ext>
                    </a:extLst>
                  </p14:cNvPr>
                  <p14:cNvContentPartPr/>
                  <p14:nvPr/>
                </p14:nvContentPartPr>
                <p14:xfrm>
                  <a:off x="7153207" y="5757683"/>
                  <a:ext cx="14760" cy="233280"/>
                </p14:xfrm>
              </p:contentPart>
            </mc:Choice>
            <mc:Fallback>
              <p:pic>
                <p:nvPicPr>
                  <p:cNvPr id="90" name="Ink 89">
                    <a:extLst>
                      <a:ext uri="{FF2B5EF4-FFF2-40B4-BE49-F238E27FC236}">
                        <a16:creationId xmlns:a16="http://schemas.microsoft.com/office/drawing/2014/main" id="{46B79F04-7595-CF9E-D714-A8F460F66033}"/>
                      </a:ext>
                    </a:extLst>
                  </p:cNvPr>
                  <p:cNvPicPr/>
                  <p:nvPr/>
                </p:nvPicPr>
                <p:blipFill>
                  <a:blip r:embed="rId67"/>
                  <a:stretch>
                    <a:fillRect/>
                  </a:stretch>
                </p:blipFill>
                <p:spPr>
                  <a:xfrm>
                    <a:off x="7146425" y="5750857"/>
                    <a:ext cx="28323" cy="246931"/>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91" name="Ink 90">
                    <a:extLst>
                      <a:ext uri="{FF2B5EF4-FFF2-40B4-BE49-F238E27FC236}">
                        <a16:creationId xmlns:a16="http://schemas.microsoft.com/office/drawing/2014/main" id="{EADF6468-7089-D69B-7A45-2C5E2E292F6A}"/>
                      </a:ext>
                    </a:extLst>
                  </p14:cNvPr>
                  <p14:cNvContentPartPr/>
                  <p14:nvPr/>
                </p14:nvContentPartPr>
                <p14:xfrm>
                  <a:off x="7115047" y="5990963"/>
                  <a:ext cx="104760" cy="360"/>
                </p14:xfrm>
              </p:contentPart>
            </mc:Choice>
            <mc:Fallback>
              <p:pic>
                <p:nvPicPr>
                  <p:cNvPr id="91" name="Ink 90">
                    <a:extLst>
                      <a:ext uri="{FF2B5EF4-FFF2-40B4-BE49-F238E27FC236}">
                        <a16:creationId xmlns:a16="http://schemas.microsoft.com/office/drawing/2014/main" id="{EADF6468-7089-D69B-7A45-2C5E2E292F6A}"/>
                      </a:ext>
                    </a:extLst>
                  </p:cNvPr>
                  <p:cNvPicPr/>
                  <p:nvPr/>
                </p:nvPicPr>
                <p:blipFill>
                  <a:blip r:embed="rId69"/>
                  <a:stretch>
                    <a:fillRect/>
                  </a:stretch>
                </p:blipFill>
                <p:spPr>
                  <a:xfrm>
                    <a:off x="7108224" y="5984843"/>
                    <a:ext cx="118407"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92" name="Ink 91">
                    <a:extLst>
                      <a:ext uri="{FF2B5EF4-FFF2-40B4-BE49-F238E27FC236}">
                        <a16:creationId xmlns:a16="http://schemas.microsoft.com/office/drawing/2014/main" id="{BF76A124-3CC1-A6D0-3DCF-663DC5C74468}"/>
                      </a:ext>
                    </a:extLst>
                  </p14:cNvPr>
                  <p14:cNvContentPartPr/>
                  <p14:nvPr/>
                </p14:nvContentPartPr>
                <p14:xfrm>
                  <a:off x="7072207" y="5753003"/>
                  <a:ext cx="118800" cy="360"/>
                </p14:xfrm>
              </p:contentPart>
            </mc:Choice>
            <mc:Fallback>
              <p:pic>
                <p:nvPicPr>
                  <p:cNvPr id="92" name="Ink 91">
                    <a:extLst>
                      <a:ext uri="{FF2B5EF4-FFF2-40B4-BE49-F238E27FC236}">
                        <a16:creationId xmlns:a16="http://schemas.microsoft.com/office/drawing/2014/main" id="{BF76A124-3CC1-A6D0-3DCF-663DC5C74468}"/>
                      </a:ext>
                    </a:extLst>
                  </p:cNvPr>
                  <p:cNvPicPr/>
                  <p:nvPr/>
                </p:nvPicPr>
                <p:blipFill>
                  <a:blip r:embed="rId71"/>
                  <a:stretch>
                    <a:fillRect/>
                  </a:stretch>
                </p:blipFill>
                <p:spPr>
                  <a:xfrm>
                    <a:off x="7065384" y="5746883"/>
                    <a:ext cx="132446" cy="12600"/>
                  </a:xfrm>
                  <a:prstGeom prst="rect">
                    <a:avLst/>
                  </a:prstGeom>
                </p:spPr>
              </p:pic>
            </mc:Fallback>
          </mc:AlternateContent>
        </p:grpSp>
        <p:grpSp>
          <p:nvGrpSpPr>
            <p:cNvPr id="105" name="Group 104">
              <a:extLst>
                <a:ext uri="{FF2B5EF4-FFF2-40B4-BE49-F238E27FC236}">
                  <a16:creationId xmlns:a16="http://schemas.microsoft.com/office/drawing/2014/main" id="{827BED88-C184-FDAB-AE87-3E9B84B1D8F4}"/>
                </a:ext>
              </a:extLst>
            </p:cNvPr>
            <p:cNvGrpSpPr/>
            <p:nvPr/>
          </p:nvGrpSpPr>
          <p:grpSpPr>
            <a:xfrm>
              <a:off x="8258047" y="4576523"/>
              <a:ext cx="304560" cy="867960"/>
              <a:chOff x="8258047" y="4576523"/>
              <a:chExt cx="304560" cy="867960"/>
            </a:xfrm>
          </p:grpSpPr>
          <mc:AlternateContent xmlns:mc="http://schemas.openxmlformats.org/markup-compatibility/2006">
            <mc:Choice xmlns:p14="http://schemas.microsoft.com/office/powerpoint/2010/main" Requires="p14">
              <p:contentPart p14:bwMode="auto" r:id="rId72">
                <p14:nvContentPartPr>
                  <p14:cNvPr id="80" name="Ink 79">
                    <a:extLst>
                      <a:ext uri="{FF2B5EF4-FFF2-40B4-BE49-F238E27FC236}">
                        <a16:creationId xmlns:a16="http://schemas.microsoft.com/office/drawing/2014/main" id="{DB0286E1-675F-FBB2-AC40-B8B4207D4BDC}"/>
                      </a:ext>
                    </a:extLst>
                  </p14:cNvPr>
                  <p14:cNvContentPartPr/>
                  <p14:nvPr/>
                </p14:nvContentPartPr>
                <p14:xfrm>
                  <a:off x="8400967" y="5005283"/>
                  <a:ext cx="360" cy="360"/>
                </p14:xfrm>
              </p:contentPart>
            </mc:Choice>
            <mc:Fallback>
              <p:pic>
                <p:nvPicPr>
                  <p:cNvPr id="80" name="Ink 79">
                    <a:extLst>
                      <a:ext uri="{FF2B5EF4-FFF2-40B4-BE49-F238E27FC236}">
                        <a16:creationId xmlns:a16="http://schemas.microsoft.com/office/drawing/2014/main" id="{DB0286E1-675F-FBB2-AC40-B8B4207D4BDC}"/>
                      </a:ext>
                    </a:extLst>
                  </p:cNvPr>
                  <p:cNvPicPr/>
                  <p:nvPr/>
                </p:nvPicPr>
                <p:blipFill>
                  <a:blip r:embed="rId53"/>
                  <a:stretch>
                    <a:fillRect/>
                  </a:stretch>
                </p:blipFill>
                <p:spPr>
                  <a:xfrm>
                    <a:off x="8394847" y="4999163"/>
                    <a:ext cx="1260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73">
                <p14:nvContentPartPr>
                  <p14:cNvPr id="81" name="Ink 80">
                    <a:extLst>
                      <a:ext uri="{FF2B5EF4-FFF2-40B4-BE49-F238E27FC236}">
                        <a16:creationId xmlns:a16="http://schemas.microsoft.com/office/drawing/2014/main" id="{578E312D-CF6E-35FC-A7F1-503BB5D60A02}"/>
                      </a:ext>
                    </a:extLst>
                  </p14:cNvPr>
                  <p14:cNvContentPartPr/>
                  <p14:nvPr/>
                </p14:nvContentPartPr>
                <p14:xfrm>
                  <a:off x="8410327" y="5162243"/>
                  <a:ext cx="360" cy="1080"/>
                </p14:xfrm>
              </p:contentPart>
            </mc:Choice>
            <mc:Fallback>
              <p:pic>
                <p:nvPicPr>
                  <p:cNvPr id="81" name="Ink 80">
                    <a:extLst>
                      <a:ext uri="{FF2B5EF4-FFF2-40B4-BE49-F238E27FC236}">
                        <a16:creationId xmlns:a16="http://schemas.microsoft.com/office/drawing/2014/main" id="{578E312D-CF6E-35FC-A7F1-503BB5D60A02}"/>
                      </a:ext>
                    </a:extLst>
                  </p:cNvPr>
                  <p:cNvPicPr/>
                  <p:nvPr/>
                </p:nvPicPr>
                <p:blipFill>
                  <a:blip r:embed="rId53"/>
                  <a:stretch>
                    <a:fillRect/>
                  </a:stretch>
                </p:blipFill>
                <p:spPr>
                  <a:xfrm>
                    <a:off x="8404207" y="5156123"/>
                    <a:ext cx="12600" cy="1332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82" name="Ink 81">
                    <a:extLst>
                      <a:ext uri="{FF2B5EF4-FFF2-40B4-BE49-F238E27FC236}">
                        <a16:creationId xmlns:a16="http://schemas.microsoft.com/office/drawing/2014/main" id="{C1EB7989-6074-4A48-4505-929E1D065F14}"/>
                      </a:ext>
                    </a:extLst>
                  </p14:cNvPr>
                  <p14:cNvContentPartPr/>
                  <p14:nvPr/>
                </p14:nvContentPartPr>
                <p14:xfrm>
                  <a:off x="8405647" y="5267003"/>
                  <a:ext cx="360" cy="1080"/>
                </p14:xfrm>
              </p:contentPart>
            </mc:Choice>
            <mc:Fallback>
              <p:pic>
                <p:nvPicPr>
                  <p:cNvPr id="82" name="Ink 81">
                    <a:extLst>
                      <a:ext uri="{FF2B5EF4-FFF2-40B4-BE49-F238E27FC236}">
                        <a16:creationId xmlns:a16="http://schemas.microsoft.com/office/drawing/2014/main" id="{C1EB7989-6074-4A48-4505-929E1D065F14}"/>
                      </a:ext>
                    </a:extLst>
                  </p:cNvPr>
                  <p:cNvPicPr/>
                  <p:nvPr/>
                </p:nvPicPr>
                <p:blipFill>
                  <a:blip r:embed="rId53"/>
                  <a:stretch>
                    <a:fillRect/>
                  </a:stretch>
                </p:blipFill>
                <p:spPr>
                  <a:xfrm>
                    <a:off x="8399527" y="5260883"/>
                    <a:ext cx="12600" cy="13320"/>
                  </a:xfrm>
                  <a:prstGeom prst="rect">
                    <a:avLst/>
                  </a:prstGeom>
                </p:spPr>
              </p:pic>
            </mc:Fallback>
          </mc:AlternateContent>
          <mc:AlternateContent xmlns:mc="http://schemas.openxmlformats.org/markup-compatibility/2006">
            <mc:Choice xmlns:p14="http://schemas.microsoft.com/office/powerpoint/2010/main" Requires="p14">
              <p:contentPart p14:bwMode="auto" r:id="rId75">
                <p14:nvContentPartPr>
                  <p14:cNvPr id="83" name="Ink 82">
                    <a:extLst>
                      <a:ext uri="{FF2B5EF4-FFF2-40B4-BE49-F238E27FC236}">
                        <a16:creationId xmlns:a16="http://schemas.microsoft.com/office/drawing/2014/main" id="{ACCC7301-B8DB-6403-BAB6-D99D81ED37FE}"/>
                      </a:ext>
                    </a:extLst>
                  </p14:cNvPr>
                  <p14:cNvContentPartPr/>
                  <p14:nvPr/>
                </p14:nvContentPartPr>
                <p14:xfrm>
                  <a:off x="8405647" y="5443403"/>
                  <a:ext cx="360" cy="1080"/>
                </p14:xfrm>
              </p:contentPart>
            </mc:Choice>
            <mc:Fallback>
              <p:pic>
                <p:nvPicPr>
                  <p:cNvPr id="83" name="Ink 82">
                    <a:extLst>
                      <a:ext uri="{FF2B5EF4-FFF2-40B4-BE49-F238E27FC236}">
                        <a16:creationId xmlns:a16="http://schemas.microsoft.com/office/drawing/2014/main" id="{ACCC7301-B8DB-6403-BAB6-D99D81ED37FE}"/>
                      </a:ext>
                    </a:extLst>
                  </p:cNvPr>
                  <p:cNvPicPr/>
                  <p:nvPr/>
                </p:nvPicPr>
                <p:blipFill>
                  <a:blip r:embed="rId53"/>
                  <a:stretch>
                    <a:fillRect/>
                  </a:stretch>
                </p:blipFill>
                <p:spPr>
                  <a:xfrm>
                    <a:off x="8399527" y="5437283"/>
                    <a:ext cx="12600" cy="1332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101" name="Ink 100">
                    <a:extLst>
                      <a:ext uri="{FF2B5EF4-FFF2-40B4-BE49-F238E27FC236}">
                        <a16:creationId xmlns:a16="http://schemas.microsoft.com/office/drawing/2014/main" id="{35904534-2DD0-E6B5-26D6-29867D439A06}"/>
                      </a:ext>
                    </a:extLst>
                  </p14:cNvPr>
                  <p14:cNvContentPartPr/>
                  <p14:nvPr/>
                </p14:nvContentPartPr>
                <p14:xfrm>
                  <a:off x="8438047" y="4576523"/>
                  <a:ext cx="15840" cy="793440"/>
                </p14:xfrm>
              </p:contentPart>
            </mc:Choice>
            <mc:Fallback>
              <p:pic>
                <p:nvPicPr>
                  <p:cNvPr id="101" name="Ink 100">
                    <a:extLst>
                      <a:ext uri="{FF2B5EF4-FFF2-40B4-BE49-F238E27FC236}">
                        <a16:creationId xmlns:a16="http://schemas.microsoft.com/office/drawing/2014/main" id="{35904534-2DD0-E6B5-26D6-29867D439A06}"/>
                      </a:ext>
                    </a:extLst>
                  </p:cNvPr>
                  <p:cNvPicPr/>
                  <p:nvPr/>
                </p:nvPicPr>
                <p:blipFill>
                  <a:blip r:embed="rId77"/>
                  <a:stretch>
                    <a:fillRect/>
                  </a:stretch>
                </p:blipFill>
                <p:spPr>
                  <a:xfrm>
                    <a:off x="8431142" y="4569697"/>
                    <a:ext cx="29649" cy="807092"/>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102" name="Ink 101">
                    <a:extLst>
                      <a:ext uri="{FF2B5EF4-FFF2-40B4-BE49-F238E27FC236}">
                        <a16:creationId xmlns:a16="http://schemas.microsoft.com/office/drawing/2014/main" id="{672EF7DB-0A05-AE3A-1564-BAFD81D449E8}"/>
                      </a:ext>
                    </a:extLst>
                  </p14:cNvPr>
                  <p14:cNvContentPartPr/>
                  <p14:nvPr/>
                </p14:nvContentPartPr>
                <p14:xfrm>
                  <a:off x="8258047" y="5395523"/>
                  <a:ext cx="234720" cy="19800"/>
                </p14:xfrm>
              </p:contentPart>
            </mc:Choice>
            <mc:Fallback>
              <p:pic>
                <p:nvPicPr>
                  <p:cNvPr id="102" name="Ink 101">
                    <a:extLst>
                      <a:ext uri="{FF2B5EF4-FFF2-40B4-BE49-F238E27FC236}">
                        <a16:creationId xmlns:a16="http://schemas.microsoft.com/office/drawing/2014/main" id="{672EF7DB-0A05-AE3A-1564-BAFD81D449E8}"/>
                      </a:ext>
                    </a:extLst>
                  </p:cNvPr>
                  <p:cNvPicPr/>
                  <p:nvPr/>
                </p:nvPicPr>
                <p:blipFill>
                  <a:blip r:embed="rId79"/>
                  <a:stretch>
                    <a:fillRect/>
                  </a:stretch>
                </p:blipFill>
                <p:spPr>
                  <a:xfrm>
                    <a:off x="8251226" y="5388791"/>
                    <a:ext cx="248362" cy="33264"/>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104" name="Ink 103">
                    <a:extLst>
                      <a:ext uri="{FF2B5EF4-FFF2-40B4-BE49-F238E27FC236}">
                        <a16:creationId xmlns:a16="http://schemas.microsoft.com/office/drawing/2014/main" id="{251F0C5F-A577-9BC7-9F0D-C652A4091065}"/>
                      </a:ext>
                    </a:extLst>
                  </p14:cNvPr>
                  <p14:cNvContentPartPr/>
                  <p14:nvPr/>
                </p14:nvContentPartPr>
                <p14:xfrm>
                  <a:off x="8381887" y="5386163"/>
                  <a:ext cx="180720" cy="24120"/>
                </p14:xfrm>
              </p:contentPart>
            </mc:Choice>
            <mc:Fallback>
              <p:pic>
                <p:nvPicPr>
                  <p:cNvPr id="104" name="Ink 103">
                    <a:extLst>
                      <a:ext uri="{FF2B5EF4-FFF2-40B4-BE49-F238E27FC236}">
                        <a16:creationId xmlns:a16="http://schemas.microsoft.com/office/drawing/2014/main" id="{251F0C5F-A577-9BC7-9F0D-C652A4091065}"/>
                      </a:ext>
                    </a:extLst>
                  </p:cNvPr>
                  <p:cNvPicPr/>
                  <p:nvPr/>
                </p:nvPicPr>
                <p:blipFill>
                  <a:blip r:embed="rId81"/>
                  <a:stretch>
                    <a:fillRect/>
                  </a:stretch>
                </p:blipFill>
                <p:spPr>
                  <a:xfrm>
                    <a:off x="8375060" y="5379441"/>
                    <a:ext cx="194374" cy="37564"/>
                  </a:xfrm>
                  <a:prstGeom prst="rect">
                    <a:avLst/>
                  </a:prstGeom>
                </p:spPr>
              </p:pic>
            </mc:Fallback>
          </mc:AlternateContent>
        </p:grpSp>
        <mc:AlternateContent xmlns:mc="http://schemas.openxmlformats.org/markup-compatibility/2006">
          <mc:Choice xmlns:p14="http://schemas.microsoft.com/office/powerpoint/2010/main" Requires="p14">
            <p:contentPart p14:bwMode="auto" r:id="rId82">
              <p14:nvContentPartPr>
                <p14:cNvPr id="106" name="Ink 105">
                  <a:extLst>
                    <a:ext uri="{FF2B5EF4-FFF2-40B4-BE49-F238E27FC236}">
                      <a16:creationId xmlns:a16="http://schemas.microsoft.com/office/drawing/2014/main" id="{D5F1838C-2DDD-72EE-34D4-66CCA0A34733}"/>
                    </a:ext>
                  </a:extLst>
                </p14:cNvPr>
                <p14:cNvContentPartPr/>
                <p14:nvPr/>
              </p14:nvContentPartPr>
              <p14:xfrm>
                <a:off x="8286487" y="4583003"/>
                <a:ext cx="256680" cy="27000"/>
              </p14:xfrm>
            </p:contentPart>
          </mc:Choice>
          <mc:Fallback>
            <p:pic>
              <p:nvPicPr>
                <p:cNvPr id="106" name="Ink 105">
                  <a:extLst>
                    <a:ext uri="{FF2B5EF4-FFF2-40B4-BE49-F238E27FC236}">
                      <a16:creationId xmlns:a16="http://schemas.microsoft.com/office/drawing/2014/main" id="{D5F1838C-2DDD-72EE-34D4-66CCA0A34733}"/>
                    </a:ext>
                  </a:extLst>
                </p:cNvPr>
                <p:cNvPicPr/>
                <p:nvPr/>
              </p:nvPicPr>
              <p:blipFill>
                <a:blip r:embed="rId83"/>
                <a:stretch>
                  <a:fillRect/>
                </a:stretch>
              </p:blipFill>
              <p:spPr>
                <a:xfrm>
                  <a:off x="8279669" y="4576253"/>
                  <a:ext cx="270316" cy="40500"/>
                </a:xfrm>
                <a:prstGeom prst="rect">
                  <a:avLst/>
                </a:prstGeom>
              </p:spPr>
            </p:pic>
          </mc:Fallback>
        </mc:AlternateContent>
        <p:sp>
          <p:nvSpPr>
            <p:cNvPr id="107" name="TextBox 106">
              <a:extLst>
                <a:ext uri="{FF2B5EF4-FFF2-40B4-BE49-F238E27FC236}">
                  <a16:creationId xmlns:a16="http://schemas.microsoft.com/office/drawing/2014/main" id="{E9488C63-4C7B-BB4A-8DAA-E0D584D60B82}"/>
                </a:ext>
              </a:extLst>
            </p:cNvPr>
            <p:cNvSpPr txBox="1"/>
            <p:nvPr/>
          </p:nvSpPr>
          <p:spPr>
            <a:xfrm>
              <a:off x="6421204" y="5435491"/>
              <a:ext cx="631563" cy="514868"/>
            </a:xfrm>
            <a:prstGeom prst="rect">
              <a:avLst/>
            </a:prstGeom>
            <a:noFill/>
          </p:spPr>
          <p:txBody>
            <a:bodyPr wrap="square" rtlCol="0">
              <a:spAutoFit/>
            </a:bodyPr>
            <a:lstStyle/>
            <a:p>
              <a:r>
                <a:rPr lang="en-US" sz="800" dirty="0">
                  <a:solidFill>
                    <a:srgbClr val="FF0000"/>
                  </a:solidFill>
                  <a:latin typeface="Arial" panose="020B0604020202020204" pitchFamily="34" charset="0"/>
                  <a:cs typeface="Arial" panose="020B0604020202020204" pitchFamily="34" charset="0"/>
                </a:rPr>
                <a:t>True total demand</a:t>
              </a:r>
              <a:endParaRPr lang="en-FI" sz="800" dirty="0">
                <a:solidFill>
                  <a:srgbClr val="FF0000"/>
                </a:solidFill>
                <a:latin typeface="Arial" panose="020B0604020202020204" pitchFamily="34" charset="0"/>
                <a:cs typeface="Arial" panose="020B0604020202020204" pitchFamily="34" charset="0"/>
              </a:endParaRPr>
            </a:p>
          </p:txBody>
        </p:sp>
        <p:sp>
          <p:nvSpPr>
            <p:cNvPr id="108" name="TextBox 107">
              <a:extLst>
                <a:ext uri="{FF2B5EF4-FFF2-40B4-BE49-F238E27FC236}">
                  <a16:creationId xmlns:a16="http://schemas.microsoft.com/office/drawing/2014/main" id="{01ADC170-2792-133E-EB4E-0FFC6981693F}"/>
                </a:ext>
              </a:extLst>
            </p:cNvPr>
            <p:cNvSpPr txBox="1"/>
            <p:nvPr/>
          </p:nvSpPr>
          <p:spPr>
            <a:xfrm>
              <a:off x="6533816" y="4641351"/>
              <a:ext cx="822612" cy="514868"/>
            </a:xfrm>
            <a:prstGeom prst="rect">
              <a:avLst/>
            </a:prstGeom>
            <a:noFill/>
          </p:spPr>
          <p:txBody>
            <a:bodyPr wrap="square" rtlCol="0">
              <a:spAutoFit/>
            </a:bodyPr>
            <a:lstStyle/>
            <a:p>
              <a:r>
                <a:rPr lang="en-US" sz="800" dirty="0">
                  <a:solidFill>
                    <a:srgbClr val="FF0000"/>
                  </a:solidFill>
                  <a:latin typeface="Arial" panose="020B0604020202020204" pitchFamily="34" charset="0"/>
                  <a:cs typeface="Arial" panose="020B0604020202020204" pitchFamily="34" charset="0"/>
                </a:rPr>
                <a:t>Forecast ranges</a:t>
              </a:r>
            </a:p>
            <a:p>
              <a:r>
                <a:rPr lang="en-US" sz="800" dirty="0">
                  <a:solidFill>
                    <a:srgbClr val="FF0000"/>
                  </a:solidFill>
                  <a:latin typeface="Arial" panose="020B0604020202020204" pitchFamily="34" charset="0"/>
                  <a:cs typeface="Arial" panose="020B0604020202020204" pitchFamily="34" charset="0"/>
                </a:rPr>
                <a:t>(growing)</a:t>
              </a:r>
              <a:endParaRPr lang="en-FI" sz="800" dirty="0">
                <a:solidFill>
                  <a:srgbClr val="FF0000"/>
                </a:solidFill>
                <a:latin typeface="Arial" panose="020B0604020202020204" pitchFamily="34" charset="0"/>
                <a:cs typeface="Arial" panose="020B0604020202020204" pitchFamily="34" charset="0"/>
              </a:endParaRPr>
            </a:p>
          </p:txBody>
        </p:sp>
        <mc:AlternateContent xmlns:mc="http://schemas.openxmlformats.org/markup-compatibility/2006">
          <mc:Choice xmlns:p14="http://schemas.microsoft.com/office/powerpoint/2010/main" Requires="p14">
            <p:contentPart p14:bwMode="auto" r:id="rId84">
              <p14:nvContentPartPr>
                <p14:cNvPr id="109" name="Ink 108">
                  <a:extLst>
                    <a:ext uri="{FF2B5EF4-FFF2-40B4-BE49-F238E27FC236}">
                      <a16:creationId xmlns:a16="http://schemas.microsoft.com/office/drawing/2014/main" id="{4210E8C4-3789-34FB-ECEE-A46F4F84A0F2}"/>
                    </a:ext>
                  </a:extLst>
                </p14:cNvPr>
                <p14:cNvContentPartPr/>
                <p14:nvPr/>
              </p14:nvContentPartPr>
              <p14:xfrm>
                <a:off x="6690967" y="5952848"/>
                <a:ext cx="5400" cy="119160"/>
              </p14:xfrm>
            </p:contentPart>
          </mc:Choice>
          <mc:Fallback>
            <p:pic>
              <p:nvPicPr>
                <p:cNvPr id="109" name="Ink 108">
                  <a:extLst>
                    <a:ext uri="{FF2B5EF4-FFF2-40B4-BE49-F238E27FC236}">
                      <a16:creationId xmlns:a16="http://schemas.microsoft.com/office/drawing/2014/main" id="{4210E8C4-3789-34FB-ECEE-A46F4F84A0F2}"/>
                    </a:ext>
                  </a:extLst>
                </p:cNvPr>
                <p:cNvPicPr/>
                <p:nvPr/>
              </p:nvPicPr>
              <p:blipFill>
                <a:blip r:embed="rId85"/>
                <a:stretch>
                  <a:fillRect/>
                </a:stretch>
              </p:blipFill>
              <p:spPr>
                <a:xfrm>
                  <a:off x="6684410" y="5946027"/>
                  <a:ext cx="18514" cy="132801"/>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114" name="Ink 113">
                  <a:extLst>
                    <a:ext uri="{FF2B5EF4-FFF2-40B4-BE49-F238E27FC236}">
                      <a16:creationId xmlns:a16="http://schemas.microsoft.com/office/drawing/2014/main" id="{4391F056-EDFF-942A-7469-F836040D2054}"/>
                    </a:ext>
                  </a:extLst>
                </p14:cNvPr>
                <p14:cNvContentPartPr/>
                <p14:nvPr/>
              </p14:nvContentPartPr>
              <p14:xfrm>
                <a:off x="6648127" y="6024488"/>
                <a:ext cx="106920" cy="30600"/>
              </p14:xfrm>
            </p:contentPart>
          </mc:Choice>
          <mc:Fallback>
            <p:pic>
              <p:nvPicPr>
                <p:cNvPr id="114" name="Ink 113">
                  <a:extLst>
                    <a:ext uri="{FF2B5EF4-FFF2-40B4-BE49-F238E27FC236}">
                      <a16:creationId xmlns:a16="http://schemas.microsoft.com/office/drawing/2014/main" id="{4391F056-EDFF-942A-7469-F836040D2054}"/>
                    </a:ext>
                  </a:extLst>
                </p:cNvPr>
                <p:cNvPicPr/>
                <p:nvPr/>
              </p:nvPicPr>
              <p:blipFill>
                <a:blip r:embed="rId87"/>
                <a:stretch>
                  <a:fillRect/>
                </a:stretch>
              </p:blipFill>
              <p:spPr>
                <a:xfrm>
                  <a:off x="6641319" y="6017732"/>
                  <a:ext cx="120535" cy="44112"/>
                </a:xfrm>
                <a:prstGeom prst="rect">
                  <a:avLst/>
                </a:prstGeom>
              </p:spPr>
            </p:pic>
          </mc:Fallback>
        </mc:AlternateContent>
        <p:grpSp>
          <p:nvGrpSpPr>
            <p:cNvPr id="120" name="Group 119">
              <a:extLst>
                <a:ext uri="{FF2B5EF4-FFF2-40B4-BE49-F238E27FC236}">
                  <a16:creationId xmlns:a16="http://schemas.microsoft.com/office/drawing/2014/main" id="{A0A6C4C9-EE76-6626-F653-F10ECEC58184}"/>
                </a:ext>
              </a:extLst>
            </p:cNvPr>
            <p:cNvGrpSpPr/>
            <p:nvPr/>
          </p:nvGrpSpPr>
          <p:grpSpPr>
            <a:xfrm>
              <a:off x="7029367" y="4995608"/>
              <a:ext cx="1017720" cy="641160"/>
              <a:chOff x="7029367" y="4995608"/>
              <a:chExt cx="1017720" cy="641160"/>
            </a:xfrm>
          </p:grpSpPr>
          <mc:AlternateContent xmlns:mc="http://schemas.openxmlformats.org/markup-compatibility/2006">
            <mc:Choice xmlns:p14="http://schemas.microsoft.com/office/powerpoint/2010/main" Requires="p14">
              <p:contentPart p14:bwMode="auto" r:id="rId88">
                <p14:nvContentPartPr>
                  <p14:cNvPr id="71" name="Ink 70">
                    <a:extLst>
                      <a:ext uri="{FF2B5EF4-FFF2-40B4-BE49-F238E27FC236}">
                        <a16:creationId xmlns:a16="http://schemas.microsoft.com/office/drawing/2014/main" id="{D590DDDD-A7DA-9A61-F03B-2099528943C5}"/>
                      </a:ext>
                    </a:extLst>
                  </p14:cNvPr>
                  <p14:cNvContentPartPr/>
                  <p14:nvPr/>
                </p14:nvContentPartPr>
                <p14:xfrm>
                  <a:off x="7929367" y="5395883"/>
                  <a:ext cx="360" cy="360"/>
                </p14:xfrm>
              </p:contentPart>
            </mc:Choice>
            <mc:Fallback>
              <p:pic>
                <p:nvPicPr>
                  <p:cNvPr id="71" name="Ink 70">
                    <a:extLst>
                      <a:ext uri="{FF2B5EF4-FFF2-40B4-BE49-F238E27FC236}">
                        <a16:creationId xmlns:a16="http://schemas.microsoft.com/office/drawing/2014/main" id="{D590DDDD-A7DA-9A61-F03B-2099528943C5}"/>
                      </a:ext>
                    </a:extLst>
                  </p:cNvPr>
                  <p:cNvPicPr/>
                  <p:nvPr/>
                </p:nvPicPr>
                <p:blipFill>
                  <a:blip r:embed="rId53"/>
                  <a:stretch>
                    <a:fillRect/>
                  </a:stretch>
                </p:blipFill>
                <p:spPr>
                  <a:xfrm>
                    <a:off x="7923247" y="5389763"/>
                    <a:ext cx="1260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89">
                <p14:nvContentPartPr>
                  <p14:cNvPr id="72" name="Ink 71">
                    <a:extLst>
                      <a:ext uri="{FF2B5EF4-FFF2-40B4-BE49-F238E27FC236}">
                        <a16:creationId xmlns:a16="http://schemas.microsoft.com/office/drawing/2014/main" id="{399C81C3-2A74-544F-E050-FFEE2506D1D8}"/>
                      </a:ext>
                    </a:extLst>
                  </p14:cNvPr>
                  <p14:cNvContentPartPr/>
                  <p14:nvPr/>
                </p14:nvContentPartPr>
                <p14:xfrm>
                  <a:off x="7934047" y="5490923"/>
                  <a:ext cx="360" cy="360"/>
                </p14:xfrm>
              </p:contentPart>
            </mc:Choice>
            <mc:Fallback>
              <p:pic>
                <p:nvPicPr>
                  <p:cNvPr id="72" name="Ink 71">
                    <a:extLst>
                      <a:ext uri="{FF2B5EF4-FFF2-40B4-BE49-F238E27FC236}">
                        <a16:creationId xmlns:a16="http://schemas.microsoft.com/office/drawing/2014/main" id="{399C81C3-2A74-544F-E050-FFEE2506D1D8}"/>
                      </a:ext>
                    </a:extLst>
                  </p:cNvPr>
                  <p:cNvPicPr/>
                  <p:nvPr/>
                </p:nvPicPr>
                <p:blipFill>
                  <a:blip r:embed="rId53"/>
                  <a:stretch>
                    <a:fillRect/>
                  </a:stretch>
                </p:blipFill>
                <p:spPr>
                  <a:xfrm>
                    <a:off x="7927927" y="5484803"/>
                    <a:ext cx="1260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73" name="Ink 72">
                    <a:extLst>
                      <a:ext uri="{FF2B5EF4-FFF2-40B4-BE49-F238E27FC236}">
                        <a16:creationId xmlns:a16="http://schemas.microsoft.com/office/drawing/2014/main" id="{FEE1DAF0-4B45-F858-436D-781B94D15C18}"/>
                      </a:ext>
                    </a:extLst>
                  </p14:cNvPr>
                  <p14:cNvContentPartPr/>
                  <p14:nvPr/>
                </p14:nvContentPartPr>
                <p14:xfrm>
                  <a:off x="7934047" y="5557523"/>
                  <a:ext cx="360" cy="360"/>
                </p14:xfrm>
              </p:contentPart>
            </mc:Choice>
            <mc:Fallback>
              <p:pic>
                <p:nvPicPr>
                  <p:cNvPr id="73" name="Ink 72">
                    <a:extLst>
                      <a:ext uri="{FF2B5EF4-FFF2-40B4-BE49-F238E27FC236}">
                        <a16:creationId xmlns:a16="http://schemas.microsoft.com/office/drawing/2014/main" id="{FEE1DAF0-4B45-F858-436D-781B94D15C18}"/>
                      </a:ext>
                    </a:extLst>
                  </p:cNvPr>
                  <p:cNvPicPr/>
                  <p:nvPr/>
                </p:nvPicPr>
                <p:blipFill>
                  <a:blip r:embed="rId53"/>
                  <a:stretch>
                    <a:fillRect/>
                  </a:stretch>
                </p:blipFill>
                <p:spPr>
                  <a:xfrm>
                    <a:off x="7927927" y="5551403"/>
                    <a:ext cx="1260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91">
                <p14:nvContentPartPr>
                  <p14:cNvPr id="74" name="Ink 73">
                    <a:extLst>
                      <a:ext uri="{FF2B5EF4-FFF2-40B4-BE49-F238E27FC236}">
                        <a16:creationId xmlns:a16="http://schemas.microsoft.com/office/drawing/2014/main" id="{35BFD179-1CA5-C5B5-BBA8-4300C31F26AD}"/>
                      </a:ext>
                    </a:extLst>
                  </p14:cNvPr>
                  <p14:cNvContentPartPr/>
                  <p14:nvPr/>
                </p14:nvContentPartPr>
                <p14:xfrm>
                  <a:off x="7934047" y="5619443"/>
                  <a:ext cx="360" cy="360"/>
                </p14:xfrm>
              </p:contentPart>
            </mc:Choice>
            <mc:Fallback>
              <p:pic>
                <p:nvPicPr>
                  <p:cNvPr id="74" name="Ink 73">
                    <a:extLst>
                      <a:ext uri="{FF2B5EF4-FFF2-40B4-BE49-F238E27FC236}">
                        <a16:creationId xmlns:a16="http://schemas.microsoft.com/office/drawing/2014/main" id="{35BFD179-1CA5-C5B5-BBA8-4300C31F26AD}"/>
                      </a:ext>
                    </a:extLst>
                  </p:cNvPr>
                  <p:cNvPicPr/>
                  <p:nvPr/>
                </p:nvPicPr>
                <p:blipFill>
                  <a:blip r:embed="rId53"/>
                  <a:stretch>
                    <a:fillRect/>
                  </a:stretch>
                </p:blipFill>
                <p:spPr>
                  <a:xfrm>
                    <a:off x="7927927" y="5613323"/>
                    <a:ext cx="1260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94" name="Ink 93">
                    <a:extLst>
                      <a:ext uri="{FF2B5EF4-FFF2-40B4-BE49-F238E27FC236}">
                        <a16:creationId xmlns:a16="http://schemas.microsoft.com/office/drawing/2014/main" id="{D9B64571-B095-69BF-2688-89C278CB1581}"/>
                      </a:ext>
                    </a:extLst>
                  </p14:cNvPr>
                  <p14:cNvContentPartPr/>
                  <p14:nvPr/>
                </p14:nvContentPartPr>
                <p14:xfrm>
                  <a:off x="7910287" y="5014643"/>
                  <a:ext cx="19440" cy="533160"/>
                </p14:xfrm>
              </p:contentPart>
            </mc:Choice>
            <mc:Fallback>
              <p:pic>
                <p:nvPicPr>
                  <p:cNvPr id="94" name="Ink 93">
                    <a:extLst>
                      <a:ext uri="{FF2B5EF4-FFF2-40B4-BE49-F238E27FC236}">
                        <a16:creationId xmlns:a16="http://schemas.microsoft.com/office/drawing/2014/main" id="{D9B64571-B095-69BF-2688-89C278CB1581}"/>
                      </a:ext>
                    </a:extLst>
                  </p:cNvPr>
                  <p:cNvPicPr/>
                  <p:nvPr/>
                </p:nvPicPr>
                <p:blipFill>
                  <a:blip r:embed="rId93"/>
                  <a:stretch>
                    <a:fillRect/>
                  </a:stretch>
                </p:blipFill>
                <p:spPr>
                  <a:xfrm>
                    <a:off x="7903402" y="5007818"/>
                    <a:ext cx="33210" cy="54681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95" name="Ink 94">
                    <a:extLst>
                      <a:ext uri="{FF2B5EF4-FFF2-40B4-BE49-F238E27FC236}">
                        <a16:creationId xmlns:a16="http://schemas.microsoft.com/office/drawing/2014/main" id="{68ACDC83-7A02-4E06-1FC4-CEEB38A434AE}"/>
                      </a:ext>
                    </a:extLst>
                  </p14:cNvPr>
                  <p14:cNvContentPartPr/>
                  <p14:nvPr/>
                </p14:nvContentPartPr>
                <p14:xfrm>
                  <a:off x="7796167" y="5557523"/>
                  <a:ext cx="250920" cy="5400"/>
                </p14:xfrm>
              </p:contentPart>
            </mc:Choice>
            <mc:Fallback>
              <p:pic>
                <p:nvPicPr>
                  <p:cNvPr id="95" name="Ink 94">
                    <a:extLst>
                      <a:ext uri="{FF2B5EF4-FFF2-40B4-BE49-F238E27FC236}">
                        <a16:creationId xmlns:a16="http://schemas.microsoft.com/office/drawing/2014/main" id="{68ACDC83-7A02-4E06-1FC4-CEEB38A434AE}"/>
                      </a:ext>
                    </a:extLst>
                  </p:cNvPr>
                  <p:cNvPicPr/>
                  <p:nvPr/>
                </p:nvPicPr>
                <p:blipFill>
                  <a:blip r:embed="rId95"/>
                  <a:stretch>
                    <a:fillRect/>
                  </a:stretch>
                </p:blipFill>
                <p:spPr>
                  <a:xfrm>
                    <a:off x="7789353" y="5550461"/>
                    <a:ext cx="264548" cy="19523"/>
                  </a:xfrm>
                  <a:prstGeom prst="rect">
                    <a:avLst/>
                  </a:prstGeom>
                </p:spPr>
              </p:pic>
            </mc:Fallback>
          </mc:AlternateContent>
          <mc:AlternateContent xmlns:mc="http://schemas.openxmlformats.org/markup-compatibility/2006">
            <mc:Choice xmlns:p14="http://schemas.microsoft.com/office/powerpoint/2010/main" Requires="p14">
              <p:contentPart p14:bwMode="auto" r:id="rId96">
                <p14:nvContentPartPr>
                  <p14:cNvPr id="97" name="Ink 96">
                    <a:extLst>
                      <a:ext uri="{FF2B5EF4-FFF2-40B4-BE49-F238E27FC236}">
                        <a16:creationId xmlns:a16="http://schemas.microsoft.com/office/drawing/2014/main" id="{556FF06D-AAC7-2E8E-3FED-3379BDD1507A}"/>
                      </a:ext>
                    </a:extLst>
                  </p14:cNvPr>
                  <p14:cNvContentPartPr/>
                  <p14:nvPr/>
                </p14:nvContentPartPr>
                <p14:xfrm>
                  <a:off x="7758007" y="5024363"/>
                  <a:ext cx="233640" cy="360"/>
                </p14:xfrm>
              </p:contentPart>
            </mc:Choice>
            <mc:Fallback>
              <p:pic>
                <p:nvPicPr>
                  <p:cNvPr id="97" name="Ink 96">
                    <a:extLst>
                      <a:ext uri="{FF2B5EF4-FFF2-40B4-BE49-F238E27FC236}">
                        <a16:creationId xmlns:a16="http://schemas.microsoft.com/office/drawing/2014/main" id="{556FF06D-AAC7-2E8E-3FED-3379BDD1507A}"/>
                      </a:ext>
                    </a:extLst>
                  </p:cNvPr>
                  <p:cNvPicPr/>
                  <p:nvPr/>
                </p:nvPicPr>
                <p:blipFill>
                  <a:blip r:embed="rId97"/>
                  <a:stretch>
                    <a:fillRect/>
                  </a:stretch>
                </p:blipFill>
                <p:spPr>
                  <a:xfrm>
                    <a:off x="7751182" y="5018243"/>
                    <a:ext cx="247289"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111" name="Ink 110">
                    <a:extLst>
                      <a:ext uri="{FF2B5EF4-FFF2-40B4-BE49-F238E27FC236}">
                        <a16:creationId xmlns:a16="http://schemas.microsoft.com/office/drawing/2014/main" id="{7D7019A1-B8CB-6B6A-40BC-DFF0E48148E3}"/>
                      </a:ext>
                    </a:extLst>
                  </p14:cNvPr>
                  <p14:cNvContentPartPr/>
                  <p14:nvPr/>
                </p14:nvContentPartPr>
                <p14:xfrm>
                  <a:off x="7029367" y="5114768"/>
                  <a:ext cx="116640" cy="522000"/>
                </p14:xfrm>
              </p:contentPart>
            </mc:Choice>
            <mc:Fallback>
              <p:pic>
                <p:nvPicPr>
                  <p:cNvPr id="111" name="Ink 110">
                    <a:extLst>
                      <a:ext uri="{FF2B5EF4-FFF2-40B4-BE49-F238E27FC236}">
                        <a16:creationId xmlns:a16="http://schemas.microsoft.com/office/drawing/2014/main" id="{7D7019A1-B8CB-6B6A-40BC-DFF0E48148E3}"/>
                      </a:ext>
                    </a:extLst>
                  </p:cNvPr>
                  <p:cNvPicPr/>
                  <p:nvPr/>
                </p:nvPicPr>
                <p:blipFill>
                  <a:blip r:embed="rId99"/>
                  <a:stretch>
                    <a:fillRect/>
                  </a:stretch>
                </p:blipFill>
                <p:spPr>
                  <a:xfrm>
                    <a:off x="7022529" y="5107942"/>
                    <a:ext cx="130315" cy="535652"/>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112" name="Ink 111">
                    <a:extLst>
                      <a:ext uri="{FF2B5EF4-FFF2-40B4-BE49-F238E27FC236}">
                        <a16:creationId xmlns:a16="http://schemas.microsoft.com/office/drawing/2014/main" id="{7F6167C7-CBAE-BD88-1E23-6FB0F17AB3E0}"/>
                      </a:ext>
                    </a:extLst>
                  </p14:cNvPr>
                  <p14:cNvContentPartPr/>
                  <p14:nvPr/>
                </p14:nvContentPartPr>
                <p14:xfrm>
                  <a:off x="7114687" y="5586368"/>
                  <a:ext cx="57960" cy="48960"/>
                </p14:xfrm>
              </p:contentPart>
            </mc:Choice>
            <mc:Fallback>
              <p:pic>
                <p:nvPicPr>
                  <p:cNvPr id="112" name="Ink 111">
                    <a:extLst>
                      <a:ext uri="{FF2B5EF4-FFF2-40B4-BE49-F238E27FC236}">
                        <a16:creationId xmlns:a16="http://schemas.microsoft.com/office/drawing/2014/main" id="{7F6167C7-CBAE-BD88-1E23-6FB0F17AB3E0}"/>
                      </a:ext>
                    </a:extLst>
                  </p:cNvPr>
                  <p:cNvPicPr/>
                  <p:nvPr/>
                </p:nvPicPr>
                <p:blipFill>
                  <a:blip r:embed="rId101"/>
                  <a:stretch>
                    <a:fillRect/>
                  </a:stretch>
                </p:blipFill>
                <p:spPr>
                  <a:xfrm>
                    <a:off x="7107892" y="5579546"/>
                    <a:ext cx="71551" cy="62605"/>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115" name="Ink 114">
                    <a:extLst>
                      <a:ext uri="{FF2B5EF4-FFF2-40B4-BE49-F238E27FC236}">
                        <a16:creationId xmlns:a16="http://schemas.microsoft.com/office/drawing/2014/main" id="{F7E87FE8-7B14-6075-4E13-311C2F7E76C3}"/>
                      </a:ext>
                    </a:extLst>
                  </p14:cNvPr>
                  <p14:cNvContentPartPr/>
                  <p14:nvPr/>
                </p14:nvContentPartPr>
                <p14:xfrm>
                  <a:off x="7162567" y="4995608"/>
                  <a:ext cx="597600" cy="223560"/>
                </p14:xfrm>
              </p:contentPart>
            </mc:Choice>
            <mc:Fallback>
              <p:pic>
                <p:nvPicPr>
                  <p:cNvPr id="115" name="Ink 114">
                    <a:extLst>
                      <a:ext uri="{FF2B5EF4-FFF2-40B4-BE49-F238E27FC236}">
                        <a16:creationId xmlns:a16="http://schemas.microsoft.com/office/drawing/2014/main" id="{F7E87FE8-7B14-6075-4E13-311C2F7E76C3}"/>
                      </a:ext>
                    </a:extLst>
                  </p:cNvPr>
                  <p:cNvPicPr/>
                  <p:nvPr/>
                </p:nvPicPr>
                <p:blipFill>
                  <a:blip r:embed="rId103"/>
                  <a:stretch>
                    <a:fillRect/>
                  </a:stretch>
                </p:blipFill>
                <p:spPr>
                  <a:xfrm>
                    <a:off x="7155744" y="4988785"/>
                    <a:ext cx="611246" cy="237206"/>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116" name="Ink 115">
                    <a:extLst>
                      <a:ext uri="{FF2B5EF4-FFF2-40B4-BE49-F238E27FC236}">
                        <a16:creationId xmlns:a16="http://schemas.microsoft.com/office/drawing/2014/main" id="{1062D759-B7AA-7DC0-5CB5-DE66B056E211}"/>
                      </a:ext>
                    </a:extLst>
                  </p14:cNvPr>
                  <p14:cNvContentPartPr/>
                  <p14:nvPr/>
                </p14:nvContentPartPr>
                <p14:xfrm>
                  <a:off x="7742887" y="5172008"/>
                  <a:ext cx="51840" cy="119160"/>
                </p14:xfrm>
              </p:contentPart>
            </mc:Choice>
            <mc:Fallback>
              <p:pic>
                <p:nvPicPr>
                  <p:cNvPr id="116" name="Ink 115">
                    <a:extLst>
                      <a:ext uri="{FF2B5EF4-FFF2-40B4-BE49-F238E27FC236}">
                        <a16:creationId xmlns:a16="http://schemas.microsoft.com/office/drawing/2014/main" id="{1062D759-B7AA-7DC0-5CB5-DE66B056E211}"/>
                      </a:ext>
                    </a:extLst>
                  </p:cNvPr>
                  <p:cNvPicPr/>
                  <p:nvPr/>
                </p:nvPicPr>
                <p:blipFill>
                  <a:blip r:embed="rId105"/>
                  <a:stretch>
                    <a:fillRect/>
                  </a:stretch>
                </p:blipFill>
                <p:spPr>
                  <a:xfrm>
                    <a:off x="7736055" y="5165187"/>
                    <a:ext cx="65503" cy="132801"/>
                  </a:xfrm>
                  <a:prstGeom prst="rect">
                    <a:avLst/>
                  </a:prstGeom>
                </p:spPr>
              </p:pic>
            </mc:Fallback>
          </mc:AlternateContent>
        </p:grpSp>
        <p:grpSp>
          <p:nvGrpSpPr>
            <p:cNvPr id="119" name="Group 118">
              <a:extLst>
                <a:ext uri="{FF2B5EF4-FFF2-40B4-BE49-F238E27FC236}">
                  <a16:creationId xmlns:a16="http://schemas.microsoft.com/office/drawing/2014/main" id="{2A290317-C888-4C19-F6E8-4768D4718D23}"/>
                </a:ext>
              </a:extLst>
            </p:cNvPr>
            <p:cNvGrpSpPr/>
            <p:nvPr/>
          </p:nvGrpSpPr>
          <p:grpSpPr>
            <a:xfrm>
              <a:off x="7252927" y="4747928"/>
              <a:ext cx="1094400" cy="133920"/>
              <a:chOff x="7252927" y="4747928"/>
              <a:chExt cx="1094400" cy="133920"/>
            </a:xfrm>
          </p:grpSpPr>
          <mc:AlternateContent xmlns:mc="http://schemas.openxmlformats.org/markup-compatibility/2006">
            <mc:Choice xmlns:p14="http://schemas.microsoft.com/office/powerpoint/2010/main" Requires="p14">
              <p:contentPart p14:bwMode="auto" r:id="rId106">
                <p14:nvContentPartPr>
                  <p14:cNvPr id="117" name="Ink 116">
                    <a:extLst>
                      <a:ext uri="{FF2B5EF4-FFF2-40B4-BE49-F238E27FC236}">
                        <a16:creationId xmlns:a16="http://schemas.microsoft.com/office/drawing/2014/main" id="{B41B298A-BADB-1955-6399-7F0D5C02E54C}"/>
                      </a:ext>
                    </a:extLst>
                  </p14:cNvPr>
                  <p14:cNvContentPartPr/>
                  <p14:nvPr/>
                </p14:nvContentPartPr>
                <p14:xfrm>
                  <a:off x="7252927" y="4785368"/>
                  <a:ext cx="1028520" cy="96480"/>
                </p14:xfrm>
              </p:contentPart>
            </mc:Choice>
            <mc:Fallback>
              <p:pic>
                <p:nvPicPr>
                  <p:cNvPr id="117" name="Ink 116">
                    <a:extLst>
                      <a:ext uri="{FF2B5EF4-FFF2-40B4-BE49-F238E27FC236}">
                        <a16:creationId xmlns:a16="http://schemas.microsoft.com/office/drawing/2014/main" id="{B41B298A-BADB-1955-6399-7F0D5C02E54C}"/>
                      </a:ext>
                    </a:extLst>
                  </p:cNvPr>
                  <p:cNvPicPr/>
                  <p:nvPr/>
                </p:nvPicPr>
                <p:blipFill>
                  <a:blip r:embed="rId107"/>
                  <a:stretch>
                    <a:fillRect/>
                  </a:stretch>
                </p:blipFill>
                <p:spPr>
                  <a:xfrm>
                    <a:off x="7246102" y="4778562"/>
                    <a:ext cx="1042169" cy="110091"/>
                  </a:xfrm>
                  <a:prstGeom prst="rect">
                    <a:avLst/>
                  </a:prstGeom>
                </p:spPr>
              </p:pic>
            </mc:Fallback>
          </mc:AlternateContent>
          <mc:AlternateContent xmlns:mc="http://schemas.openxmlformats.org/markup-compatibility/2006">
            <mc:Choice xmlns:p14="http://schemas.microsoft.com/office/powerpoint/2010/main" Requires="p14">
              <p:contentPart p14:bwMode="auto" r:id="rId108">
                <p14:nvContentPartPr>
                  <p14:cNvPr id="118" name="Ink 117">
                    <a:extLst>
                      <a:ext uri="{FF2B5EF4-FFF2-40B4-BE49-F238E27FC236}">
                        <a16:creationId xmlns:a16="http://schemas.microsoft.com/office/drawing/2014/main" id="{076B35EE-7E14-818A-EC99-440694CFF125}"/>
                      </a:ext>
                    </a:extLst>
                  </p14:cNvPr>
                  <p14:cNvContentPartPr/>
                  <p14:nvPr/>
                </p14:nvContentPartPr>
                <p14:xfrm>
                  <a:off x="8279287" y="4747928"/>
                  <a:ext cx="68040" cy="110160"/>
                </p14:xfrm>
              </p:contentPart>
            </mc:Choice>
            <mc:Fallback>
              <p:pic>
                <p:nvPicPr>
                  <p:cNvPr id="118" name="Ink 117">
                    <a:extLst>
                      <a:ext uri="{FF2B5EF4-FFF2-40B4-BE49-F238E27FC236}">
                        <a16:creationId xmlns:a16="http://schemas.microsoft.com/office/drawing/2014/main" id="{076B35EE-7E14-818A-EC99-440694CFF125}"/>
                      </a:ext>
                    </a:extLst>
                  </p:cNvPr>
                  <p:cNvPicPr/>
                  <p:nvPr/>
                </p:nvPicPr>
                <p:blipFill>
                  <a:blip r:embed="rId109"/>
                  <a:stretch>
                    <a:fillRect/>
                  </a:stretch>
                </p:blipFill>
                <p:spPr>
                  <a:xfrm>
                    <a:off x="8272443" y="4741118"/>
                    <a:ext cx="81729" cy="123780"/>
                  </a:xfrm>
                  <a:prstGeom prst="rect">
                    <a:avLst/>
                  </a:prstGeom>
                </p:spPr>
              </p:pic>
            </mc:Fallback>
          </mc:AlternateContent>
        </p:grpSp>
      </p:grpSp>
      <mc:AlternateContent xmlns:mc="http://schemas.openxmlformats.org/markup-compatibility/2006">
        <mc:Choice xmlns:p14="http://schemas.microsoft.com/office/powerpoint/2010/main" Requires="p14">
          <p:contentPart p14:bwMode="auto" r:id="rId110">
            <p14:nvContentPartPr>
              <p14:cNvPr id="122" name="Ink 121">
                <a:extLst>
                  <a:ext uri="{FF2B5EF4-FFF2-40B4-BE49-F238E27FC236}">
                    <a16:creationId xmlns:a16="http://schemas.microsoft.com/office/drawing/2014/main" id="{8F1849E9-59ED-9A39-56D0-C479147D6160}"/>
                  </a:ext>
                </a:extLst>
              </p14:cNvPr>
              <p14:cNvContentPartPr/>
              <p14:nvPr/>
            </p14:nvContentPartPr>
            <p14:xfrm>
              <a:off x="5252767" y="245340"/>
              <a:ext cx="1042200" cy="1721880"/>
            </p14:xfrm>
          </p:contentPart>
        </mc:Choice>
        <mc:Fallback>
          <p:pic>
            <p:nvPicPr>
              <p:cNvPr id="122" name="Ink 121">
                <a:extLst>
                  <a:ext uri="{FF2B5EF4-FFF2-40B4-BE49-F238E27FC236}">
                    <a16:creationId xmlns:a16="http://schemas.microsoft.com/office/drawing/2014/main" id="{8F1849E9-59ED-9A39-56D0-C479147D6160}"/>
                  </a:ext>
                </a:extLst>
              </p:cNvPr>
              <p:cNvPicPr/>
              <p:nvPr/>
            </p:nvPicPr>
            <p:blipFill>
              <a:blip r:embed="rId111"/>
              <a:stretch>
                <a:fillRect/>
              </a:stretch>
            </p:blipFill>
            <p:spPr>
              <a:xfrm>
                <a:off x="5246647" y="239220"/>
                <a:ext cx="1054440" cy="1734120"/>
              </a:xfrm>
              <a:prstGeom prst="rect">
                <a:avLst/>
              </a:prstGeom>
            </p:spPr>
          </p:pic>
        </mc:Fallback>
      </mc:AlternateContent>
      <p:grpSp>
        <p:nvGrpSpPr>
          <p:cNvPr id="125" name="Group 124">
            <a:extLst>
              <a:ext uri="{FF2B5EF4-FFF2-40B4-BE49-F238E27FC236}">
                <a16:creationId xmlns:a16="http://schemas.microsoft.com/office/drawing/2014/main" id="{548CE1E1-B979-4E81-00B7-EB89AFAC934B}"/>
              </a:ext>
            </a:extLst>
          </p:cNvPr>
          <p:cNvGrpSpPr/>
          <p:nvPr/>
        </p:nvGrpSpPr>
        <p:grpSpPr>
          <a:xfrm>
            <a:off x="4595767" y="1528560"/>
            <a:ext cx="1413720" cy="363600"/>
            <a:chOff x="4595767" y="1528560"/>
            <a:chExt cx="1413720" cy="363600"/>
          </a:xfrm>
        </p:grpSpPr>
        <mc:AlternateContent xmlns:mc="http://schemas.openxmlformats.org/markup-compatibility/2006">
          <mc:Choice xmlns:p14="http://schemas.microsoft.com/office/powerpoint/2010/main" Requires="p14">
            <p:contentPart p14:bwMode="auto" r:id="rId112">
              <p14:nvContentPartPr>
                <p14:cNvPr id="123" name="Ink 122">
                  <a:extLst>
                    <a:ext uri="{FF2B5EF4-FFF2-40B4-BE49-F238E27FC236}">
                      <a16:creationId xmlns:a16="http://schemas.microsoft.com/office/drawing/2014/main" id="{78BCAA52-4BA0-1C10-805C-47C3FF7F74EE}"/>
                    </a:ext>
                  </a:extLst>
                </p14:cNvPr>
                <p14:cNvContentPartPr/>
                <p14:nvPr/>
              </p14:nvContentPartPr>
              <p14:xfrm>
                <a:off x="4595767" y="1861920"/>
                <a:ext cx="137880" cy="5040"/>
              </p14:xfrm>
            </p:contentPart>
          </mc:Choice>
          <mc:Fallback>
            <p:pic>
              <p:nvPicPr>
                <p:cNvPr id="123" name="Ink 122">
                  <a:extLst>
                    <a:ext uri="{FF2B5EF4-FFF2-40B4-BE49-F238E27FC236}">
                      <a16:creationId xmlns:a16="http://schemas.microsoft.com/office/drawing/2014/main" id="{78BCAA52-4BA0-1C10-805C-47C3FF7F74EE}"/>
                    </a:ext>
                  </a:extLst>
                </p:cNvPr>
                <p:cNvPicPr/>
                <p:nvPr/>
              </p:nvPicPr>
              <p:blipFill>
                <a:blip r:embed="rId113"/>
                <a:stretch>
                  <a:fillRect/>
                </a:stretch>
              </p:blipFill>
              <p:spPr>
                <a:xfrm>
                  <a:off x="4589647" y="1855800"/>
                  <a:ext cx="150120" cy="17280"/>
                </a:xfrm>
                <a:prstGeom prst="rect">
                  <a:avLst/>
                </a:prstGeom>
              </p:spPr>
            </p:pic>
          </mc:Fallback>
        </mc:AlternateContent>
        <mc:AlternateContent xmlns:mc="http://schemas.openxmlformats.org/markup-compatibility/2006">
          <mc:Choice xmlns:p14="http://schemas.microsoft.com/office/powerpoint/2010/main" Requires="p14">
            <p:contentPart p14:bwMode="auto" r:id="rId114">
              <p14:nvContentPartPr>
                <p14:cNvPr id="124" name="Ink 123">
                  <a:extLst>
                    <a:ext uri="{FF2B5EF4-FFF2-40B4-BE49-F238E27FC236}">
                      <a16:creationId xmlns:a16="http://schemas.microsoft.com/office/drawing/2014/main" id="{29DE1E51-9FB3-C1C4-C34E-3D9282E32557}"/>
                    </a:ext>
                  </a:extLst>
                </p14:cNvPr>
                <p14:cNvContentPartPr/>
                <p14:nvPr/>
              </p14:nvContentPartPr>
              <p14:xfrm>
                <a:off x="4676407" y="1528560"/>
                <a:ext cx="1333080" cy="363600"/>
              </p14:xfrm>
            </p:contentPart>
          </mc:Choice>
          <mc:Fallback>
            <p:pic>
              <p:nvPicPr>
                <p:cNvPr id="124" name="Ink 123">
                  <a:extLst>
                    <a:ext uri="{FF2B5EF4-FFF2-40B4-BE49-F238E27FC236}">
                      <a16:creationId xmlns:a16="http://schemas.microsoft.com/office/drawing/2014/main" id="{29DE1E51-9FB3-C1C4-C34E-3D9282E32557}"/>
                    </a:ext>
                  </a:extLst>
                </p:cNvPr>
                <p:cNvPicPr/>
                <p:nvPr/>
              </p:nvPicPr>
              <p:blipFill>
                <a:blip r:embed="rId115"/>
                <a:stretch>
                  <a:fillRect/>
                </a:stretch>
              </p:blipFill>
              <p:spPr>
                <a:xfrm>
                  <a:off x="4670287" y="1522440"/>
                  <a:ext cx="1345320" cy="375840"/>
                </a:xfrm>
                <a:prstGeom prst="rect">
                  <a:avLst/>
                </a:prstGeom>
              </p:spPr>
            </p:pic>
          </mc:Fallback>
        </mc:AlternateContent>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2141952" y="0"/>
          <a:ext cx="7002048" cy="6877050"/>
          <a:chOff x="2141952" y="0"/>
          <a:chExt cx="7002048" cy="6877050"/>
        </a:xfrm>
      </p:grpSpPr>
      <p:pic>
        <p:nvPicPr>
          <p:cNvPr id="2" name="Slide"/>
          <p:cNvPicPr>
            <a:picLocks noChangeAspect="1"/>
          </p:cNvPicPr>
          <p:nvPr/>
        </p:nvPicPr>
        <p:blipFill>
          <a:blip r:embed="rId2"/>
          <a:stretch>
            <a:fillRect/>
          </a:stretch>
        </p:blipFill>
        <p:spPr>
          <a:xfrm>
            <a:off x="2141952" y="0"/>
            <a:ext cx="4860096" cy="6877050"/>
          </a:xfrm>
          <a:prstGeom prst="rect">
            <a:avLst/>
          </a:prstGeom>
        </p:spPr>
      </p:pic>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EAF0309D-E028-5B8C-0F9E-99548286259F}"/>
                  </a:ext>
                </a:extLst>
              </p:cNvPr>
              <p:cNvSpPr txBox="1"/>
              <p:nvPr/>
            </p:nvSpPr>
            <p:spPr>
              <a:xfrm>
                <a:off x="6516216" y="2204864"/>
                <a:ext cx="2520280" cy="1341329"/>
              </a:xfrm>
              <a:prstGeom prst="rect">
                <a:avLst/>
              </a:prstGeom>
              <a:noFill/>
            </p:spPr>
            <p:txBody>
              <a:bodyPr wrap="square" rtlCol="0">
                <a:spAutoFit/>
              </a:bodyPr>
              <a:lstStyle/>
              <a:p>
                <a:r>
                  <a:rPr lang="en-US" sz="900" dirty="0">
                    <a:solidFill>
                      <a:srgbClr val="FF0000"/>
                    </a:solidFill>
                    <a:latin typeface="Arial" panose="020B0604020202020204" pitchFamily="34" charset="0"/>
                    <a:cs typeface="Arial" panose="020B0604020202020204" pitchFamily="34" charset="0"/>
                  </a:rPr>
                  <a:t>Simplification: unit costs inspired by discounting?</a:t>
                </a:r>
              </a:p>
              <a:p>
                <a:endParaRPr lang="en-US" sz="900" dirty="0">
                  <a:solidFill>
                    <a:srgbClr val="FF0000"/>
                  </a:solidFill>
                  <a:latin typeface="Arial" panose="020B0604020202020204" pitchFamily="34" charset="0"/>
                  <a:cs typeface="Arial" panose="020B0604020202020204" pitchFamily="34" charset="0"/>
                </a:endParaRPr>
              </a:p>
              <a:p>
                <a14:m>
                  <m:oMathPara xmlns:m="http://schemas.openxmlformats.org/officeDocument/2006/math">
                    <m:oMathParaPr>
                      <m:jc m:val="centerGroup"/>
                    </m:oMathParaPr>
                    <m:oMath xmlns:m="http://schemas.openxmlformats.org/officeDocument/2006/math">
                      <m:sSub>
                        <m:sSubPr>
                          <m:ctrlPr>
                            <a:rPr lang="en-US" sz="900" b="0" i="1" smtClean="0">
                              <a:solidFill>
                                <a:srgbClr val="FF0000"/>
                              </a:solidFill>
                              <a:latin typeface="Cambria Math" panose="02040503050406030204" pitchFamily="18" charset="0"/>
                              <a:cs typeface="Arial" panose="020B0604020202020204" pitchFamily="34" charset="0"/>
                            </a:rPr>
                          </m:ctrlPr>
                        </m:sSubPr>
                        <m:e>
                          <m:r>
                            <a:rPr lang="en-US" sz="900" b="0" i="1" smtClean="0">
                              <a:solidFill>
                                <a:srgbClr val="FF0000"/>
                              </a:solidFill>
                              <a:latin typeface="Cambria Math" panose="02040503050406030204" pitchFamily="18" charset="0"/>
                              <a:cs typeface="Arial" panose="020B0604020202020204" pitchFamily="34" charset="0"/>
                            </a:rPr>
                            <m:t>𝑐</m:t>
                          </m:r>
                        </m:e>
                        <m:sub>
                          <m:r>
                            <a:rPr lang="en-US" sz="900" b="0" i="1" smtClean="0">
                              <a:solidFill>
                                <a:srgbClr val="FF0000"/>
                              </a:solidFill>
                              <a:latin typeface="Cambria Math" panose="02040503050406030204" pitchFamily="18" charset="0"/>
                              <a:cs typeface="Arial" panose="020B0604020202020204" pitchFamily="34" charset="0"/>
                            </a:rPr>
                            <m:t>𝑘</m:t>
                          </m:r>
                        </m:sub>
                      </m:sSub>
                      <m:r>
                        <a:rPr lang="en-US" sz="900" b="0" i="1" smtClean="0">
                          <a:solidFill>
                            <a:srgbClr val="FF0000"/>
                          </a:solidFill>
                          <a:latin typeface="Cambria Math" panose="02040503050406030204" pitchFamily="18" charset="0"/>
                          <a:cs typeface="Arial" panose="020B0604020202020204" pitchFamily="34" charset="0"/>
                        </a:rPr>
                        <m:t>=1/</m:t>
                      </m:r>
                      <m:sSup>
                        <m:sSupPr>
                          <m:ctrlPr>
                            <a:rPr lang="en-US" sz="900" b="0" i="1" smtClean="0">
                              <a:solidFill>
                                <a:srgbClr val="FF0000"/>
                              </a:solidFill>
                              <a:latin typeface="Cambria Math" panose="02040503050406030204" pitchFamily="18" charset="0"/>
                              <a:cs typeface="Arial" panose="020B0604020202020204" pitchFamily="34" charset="0"/>
                            </a:rPr>
                          </m:ctrlPr>
                        </m:sSupPr>
                        <m:e>
                          <m:d>
                            <m:dPr>
                              <m:ctrlPr>
                                <a:rPr lang="en-US" sz="900" b="0" i="1" smtClean="0">
                                  <a:solidFill>
                                    <a:srgbClr val="FF0000"/>
                                  </a:solidFill>
                                  <a:latin typeface="Cambria Math" panose="02040503050406030204" pitchFamily="18" charset="0"/>
                                  <a:cs typeface="Arial" panose="020B0604020202020204" pitchFamily="34" charset="0"/>
                                </a:rPr>
                              </m:ctrlPr>
                            </m:dPr>
                            <m:e>
                              <m:r>
                                <a:rPr lang="en-US" sz="900" b="0" i="1" smtClean="0">
                                  <a:solidFill>
                                    <a:srgbClr val="FF0000"/>
                                  </a:solidFill>
                                  <a:latin typeface="Cambria Math" panose="02040503050406030204" pitchFamily="18" charset="0"/>
                                  <a:cs typeface="Arial" panose="020B0604020202020204" pitchFamily="34" charset="0"/>
                                </a:rPr>
                                <m:t>1+</m:t>
                              </m:r>
                              <m:r>
                                <a:rPr lang="en-US" sz="900" b="0" i="1" smtClean="0">
                                  <a:solidFill>
                                    <a:srgbClr val="FF0000"/>
                                  </a:solidFill>
                                  <a:latin typeface="Cambria Math" panose="02040503050406030204" pitchFamily="18" charset="0"/>
                                  <a:cs typeface="Arial" panose="020B0604020202020204" pitchFamily="34" charset="0"/>
                                </a:rPr>
                                <m:t>𝑟</m:t>
                              </m:r>
                            </m:e>
                          </m:d>
                        </m:e>
                        <m:sup>
                          <m:r>
                            <a:rPr lang="en-US" sz="900" b="0" i="1" smtClean="0">
                              <a:solidFill>
                                <a:srgbClr val="FF0000"/>
                              </a:solidFill>
                              <a:latin typeface="Cambria Math" panose="02040503050406030204" pitchFamily="18" charset="0"/>
                              <a:cs typeface="Arial" panose="020B0604020202020204" pitchFamily="34" charset="0"/>
                            </a:rPr>
                            <m:t>𝑘</m:t>
                          </m:r>
                        </m:sup>
                      </m:sSup>
                    </m:oMath>
                  </m:oMathPara>
                </a14:m>
                <a:endParaRPr lang="en-US" sz="900" dirty="0">
                  <a:solidFill>
                    <a:srgbClr val="FF0000"/>
                  </a:solidFill>
                  <a:latin typeface="Arial" panose="020B0604020202020204" pitchFamily="34" charset="0"/>
                  <a:cs typeface="Arial" panose="020B0604020202020204" pitchFamily="34" charset="0"/>
                </a:endParaRPr>
              </a:p>
              <a:p>
                <a:endParaRPr lang="en-US" sz="900" dirty="0">
                  <a:solidFill>
                    <a:srgbClr val="FF0000"/>
                  </a:solidFill>
                  <a:latin typeface="Arial" panose="020B0604020202020204" pitchFamily="34" charset="0"/>
                  <a:cs typeface="Arial" panose="020B0604020202020204" pitchFamily="34" charset="0"/>
                </a:endParaRPr>
              </a:p>
              <a:p>
                <a:r>
                  <a:rPr lang="en-US" sz="900" dirty="0">
                    <a:solidFill>
                      <a:srgbClr val="FF0000"/>
                    </a:solidFill>
                    <a:latin typeface="Arial" panose="020B0604020202020204" pitchFamily="34" charset="0"/>
                    <a:cs typeface="Arial" panose="020B0604020202020204" pitchFamily="34" charset="0"/>
                  </a:rPr>
                  <a:t>Cost k = 0 could be 1?</a:t>
                </a:r>
              </a:p>
              <a:p>
                <a:endParaRPr lang="en-US" sz="900" dirty="0">
                  <a:solidFill>
                    <a:srgbClr val="FF0000"/>
                  </a:solidFill>
                  <a:latin typeface="Arial" panose="020B0604020202020204" pitchFamily="34" charset="0"/>
                  <a:cs typeface="Arial" panose="020B0604020202020204" pitchFamily="34" charset="0"/>
                </a:endParaRPr>
              </a:p>
              <a:p>
                <a:r>
                  <a:rPr lang="en-US" sz="900" dirty="0">
                    <a:solidFill>
                      <a:srgbClr val="FF0000"/>
                    </a:solidFill>
                    <a:latin typeface="Arial" panose="020B0604020202020204" pitchFamily="34" charset="0"/>
                    <a:cs typeface="Arial" panose="020B0604020202020204" pitchFamily="34" charset="0"/>
                  </a:rPr>
                  <a:t>If five-year periods, then r = 50%? (Often the yearly r is approx. 10%)</a:t>
                </a:r>
              </a:p>
            </p:txBody>
          </p:sp>
        </mc:Choice>
        <mc:Fallback>
          <p:sp>
            <p:nvSpPr>
              <p:cNvPr id="3" name="TextBox 2">
                <a:extLst>
                  <a:ext uri="{FF2B5EF4-FFF2-40B4-BE49-F238E27FC236}">
                    <a16:creationId xmlns:a16="http://schemas.microsoft.com/office/drawing/2014/main" id="{EAF0309D-E028-5B8C-0F9E-99548286259F}"/>
                  </a:ext>
                </a:extLst>
              </p:cNvPr>
              <p:cNvSpPr txBox="1">
                <a:spLocks noRot="1" noChangeAspect="1" noMove="1" noResize="1" noEditPoints="1" noAdjustHandles="1" noChangeArrowheads="1" noChangeShapeType="1" noTextEdit="1"/>
              </p:cNvSpPr>
              <p:nvPr/>
            </p:nvSpPr>
            <p:spPr>
              <a:xfrm>
                <a:off x="6516216" y="2204864"/>
                <a:ext cx="2520280" cy="1341329"/>
              </a:xfrm>
              <a:prstGeom prst="rect">
                <a:avLst/>
              </a:prstGeom>
              <a:blipFill>
                <a:blip r:embed="rId3"/>
                <a:stretch>
                  <a:fillRect b="-909"/>
                </a:stretch>
              </a:blipFill>
            </p:spPr>
            <p:txBody>
              <a:bodyPr/>
              <a:lstStyle/>
              <a:p>
                <a:r>
                  <a:rPr lang="en-FI">
                    <a:noFill/>
                  </a:rPr>
                  <a:t> </a:t>
                </a:r>
              </a:p>
            </p:txBody>
          </p:sp>
        </mc:Fallback>
      </mc:AlternateContent>
      <mc:AlternateContent xmlns:mc="http://schemas.openxmlformats.org/markup-compatibility/2006">
        <mc:Choice xmlns:p14="http://schemas.microsoft.com/office/powerpoint/2010/main" Requires="p14">
          <p:contentPart p14:bwMode="auto" r:id="rId4">
            <p14:nvContentPartPr>
              <p14:cNvPr id="8" name="Ink 7">
                <a:extLst>
                  <a:ext uri="{FF2B5EF4-FFF2-40B4-BE49-F238E27FC236}">
                    <a16:creationId xmlns:a16="http://schemas.microsoft.com/office/drawing/2014/main" id="{7837C502-2674-1EAC-098D-8E6004B99A09}"/>
                  </a:ext>
                </a:extLst>
              </p14:cNvPr>
              <p14:cNvContentPartPr/>
              <p14:nvPr/>
            </p14:nvContentPartPr>
            <p14:xfrm>
              <a:off x="6023167" y="2571683"/>
              <a:ext cx="506520" cy="845640"/>
            </p14:xfrm>
          </p:contentPart>
        </mc:Choice>
        <mc:Fallback>
          <p:pic>
            <p:nvPicPr>
              <p:cNvPr id="8" name="Ink 7">
                <a:extLst>
                  <a:ext uri="{FF2B5EF4-FFF2-40B4-BE49-F238E27FC236}">
                    <a16:creationId xmlns:a16="http://schemas.microsoft.com/office/drawing/2014/main" id="{7837C502-2674-1EAC-098D-8E6004B99A09}"/>
                  </a:ext>
                </a:extLst>
              </p:cNvPr>
              <p:cNvPicPr/>
              <p:nvPr/>
            </p:nvPicPr>
            <p:blipFill>
              <a:blip r:embed="rId5"/>
              <a:stretch>
                <a:fillRect/>
              </a:stretch>
            </p:blipFill>
            <p:spPr>
              <a:xfrm>
                <a:off x="6017047" y="2565563"/>
                <a:ext cx="518760" cy="85788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10" name="Ink 9">
                <a:extLst>
                  <a:ext uri="{FF2B5EF4-FFF2-40B4-BE49-F238E27FC236}">
                    <a16:creationId xmlns:a16="http://schemas.microsoft.com/office/drawing/2014/main" id="{5569F417-E74A-80AD-522A-200510CEF9A4}"/>
                  </a:ext>
                </a:extLst>
              </p14:cNvPr>
              <p14:cNvContentPartPr/>
              <p14:nvPr/>
            </p14:nvContentPartPr>
            <p14:xfrm>
              <a:off x="3357367" y="1195223"/>
              <a:ext cx="3155400" cy="1797480"/>
            </p14:xfrm>
          </p:contentPart>
        </mc:Choice>
        <mc:Fallback>
          <p:pic>
            <p:nvPicPr>
              <p:cNvPr id="10" name="Ink 9">
                <a:extLst>
                  <a:ext uri="{FF2B5EF4-FFF2-40B4-BE49-F238E27FC236}">
                    <a16:creationId xmlns:a16="http://schemas.microsoft.com/office/drawing/2014/main" id="{5569F417-E74A-80AD-522A-200510CEF9A4}"/>
                  </a:ext>
                </a:extLst>
              </p:cNvPr>
              <p:cNvPicPr/>
              <p:nvPr/>
            </p:nvPicPr>
            <p:blipFill>
              <a:blip r:embed="rId7"/>
              <a:stretch>
                <a:fillRect/>
              </a:stretch>
            </p:blipFill>
            <p:spPr>
              <a:xfrm>
                <a:off x="3351247" y="1189103"/>
                <a:ext cx="3167640" cy="180972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11" name="Ink 10">
                <a:extLst>
                  <a:ext uri="{FF2B5EF4-FFF2-40B4-BE49-F238E27FC236}">
                    <a16:creationId xmlns:a16="http://schemas.microsoft.com/office/drawing/2014/main" id="{AD82AF14-F45D-E358-1741-426A12877DA5}"/>
                  </a:ext>
                </a:extLst>
              </p14:cNvPr>
              <p14:cNvContentPartPr/>
              <p14:nvPr/>
            </p14:nvContentPartPr>
            <p14:xfrm>
              <a:off x="4924087" y="4616663"/>
              <a:ext cx="132840" cy="25200"/>
            </p14:xfrm>
          </p:contentPart>
        </mc:Choice>
        <mc:Fallback>
          <p:pic>
            <p:nvPicPr>
              <p:cNvPr id="11" name="Ink 10">
                <a:extLst>
                  <a:ext uri="{FF2B5EF4-FFF2-40B4-BE49-F238E27FC236}">
                    <a16:creationId xmlns:a16="http://schemas.microsoft.com/office/drawing/2014/main" id="{AD82AF14-F45D-E358-1741-426A12877DA5}"/>
                  </a:ext>
                </a:extLst>
              </p:cNvPr>
              <p:cNvPicPr/>
              <p:nvPr/>
            </p:nvPicPr>
            <p:blipFill>
              <a:blip r:embed="rId9"/>
              <a:stretch>
                <a:fillRect/>
              </a:stretch>
            </p:blipFill>
            <p:spPr>
              <a:xfrm>
                <a:off x="4917967" y="4610543"/>
                <a:ext cx="145080" cy="3744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12" name="Ink 11">
                <a:extLst>
                  <a:ext uri="{FF2B5EF4-FFF2-40B4-BE49-F238E27FC236}">
                    <a16:creationId xmlns:a16="http://schemas.microsoft.com/office/drawing/2014/main" id="{24A7D803-9DAF-CED0-A144-3C243558AD0F}"/>
                  </a:ext>
                </a:extLst>
              </p14:cNvPr>
              <p14:cNvContentPartPr/>
              <p14:nvPr/>
            </p14:nvContentPartPr>
            <p14:xfrm>
              <a:off x="5014807" y="4643303"/>
              <a:ext cx="1332360" cy="170640"/>
            </p14:xfrm>
          </p:contentPart>
        </mc:Choice>
        <mc:Fallback>
          <p:pic>
            <p:nvPicPr>
              <p:cNvPr id="12" name="Ink 11">
                <a:extLst>
                  <a:ext uri="{FF2B5EF4-FFF2-40B4-BE49-F238E27FC236}">
                    <a16:creationId xmlns:a16="http://schemas.microsoft.com/office/drawing/2014/main" id="{24A7D803-9DAF-CED0-A144-3C243558AD0F}"/>
                  </a:ext>
                </a:extLst>
              </p:cNvPr>
              <p:cNvPicPr/>
              <p:nvPr/>
            </p:nvPicPr>
            <p:blipFill>
              <a:blip r:embed="rId11"/>
              <a:stretch>
                <a:fillRect/>
              </a:stretch>
            </p:blipFill>
            <p:spPr>
              <a:xfrm>
                <a:off x="5008687" y="4637183"/>
                <a:ext cx="1344600" cy="182880"/>
              </a:xfrm>
              <a:prstGeom prst="rect">
                <a:avLst/>
              </a:prstGeom>
            </p:spPr>
          </p:pic>
        </mc:Fallback>
      </mc:AlternateContent>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F5296C19-3480-DEBD-440A-CB06C5249482}"/>
                  </a:ext>
                </a:extLst>
              </p:cNvPr>
              <p:cNvSpPr txBox="1"/>
              <p:nvPr/>
            </p:nvSpPr>
            <p:spPr>
              <a:xfrm>
                <a:off x="6347167" y="4641863"/>
                <a:ext cx="2611000" cy="1089529"/>
              </a:xfrm>
              <a:prstGeom prst="rect">
                <a:avLst/>
              </a:prstGeom>
              <a:noFill/>
            </p:spPr>
            <p:txBody>
              <a:bodyPr wrap="square" rtlCol="0">
                <a:spAutoFit/>
              </a:bodyPr>
              <a:lstStyle/>
              <a:p>
                <a:r>
                  <a:rPr lang="en-US" sz="900" dirty="0">
                    <a:solidFill>
                      <a:srgbClr val="FF0000"/>
                    </a:solidFill>
                    <a:latin typeface="Arial" panose="020B0604020202020204" pitchFamily="34" charset="0"/>
                    <a:cs typeface="Arial" panose="020B0604020202020204" pitchFamily="34" charset="0"/>
                  </a:rPr>
                  <a:t>Incorrect? For example, for t = 1:</a:t>
                </a:r>
              </a:p>
              <a:p>
                <a:endParaRPr lang="en-US" sz="900" dirty="0">
                  <a:solidFill>
                    <a:srgbClr val="FF0000"/>
                  </a:solidFill>
                  <a:latin typeface="Arial" panose="020B0604020202020204" pitchFamily="34" charset="0"/>
                  <a:cs typeface="Arial" panose="020B0604020202020204" pitchFamily="34" charset="0"/>
                </a:endParaRPr>
              </a:p>
              <a:p>
                <a14:m>
                  <m:oMath xmlns:m="http://schemas.openxmlformats.org/officeDocument/2006/math">
                    <m:sSubSup>
                      <m:sSubSupPr>
                        <m:ctrlPr>
                          <a:rPr lang="en-US" sz="900" b="0" i="1" smtClean="0">
                            <a:solidFill>
                              <a:srgbClr val="FF0000"/>
                            </a:solidFill>
                            <a:latin typeface="Cambria Math" panose="02040503050406030204" pitchFamily="18" charset="0"/>
                            <a:cs typeface="Arial" panose="020B0604020202020204" pitchFamily="34" charset="0"/>
                          </a:rPr>
                        </m:ctrlPr>
                      </m:sSubSupPr>
                      <m:e>
                        <m:r>
                          <a:rPr lang="en-US" sz="900" b="0" i="1" smtClean="0">
                            <a:solidFill>
                              <a:srgbClr val="FF0000"/>
                            </a:solidFill>
                            <a:latin typeface="Cambria Math" panose="02040503050406030204" pitchFamily="18" charset="0"/>
                            <a:cs typeface="Arial" panose="020B0604020202020204" pitchFamily="34" charset="0"/>
                          </a:rPr>
                          <m:t>𝑆</m:t>
                        </m:r>
                      </m:e>
                      <m:sub>
                        <m:r>
                          <a:rPr lang="en-US" sz="900" b="0" i="1" smtClean="0">
                            <a:solidFill>
                              <a:srgbClr val="FF0000"/>
                            </a:solidFill>
                            <a:latin typeface="Cambria Math" panose="02040503050406030204" pitchFamily="18" charset="0"/>
                            <a:cs typeface="Arial" panose="020B0604020202020204" pitchFamily="34" charset="0"/>
                          </a:rPr>
                          <m:t>1</m:t>
                        </m:r>
                      </m:sub>
                      <m:sup>
                        <m:r>
                          <a:rPr lang="en-US" sz="900" b="0" i="1" smtClean="0">
                            <a:solidFill>
                              <a:srgbClr val="FF0000"/>
                            </a:solidFill>
                            <a:latin typeface="Cambria Math" panose="02040503050406030204" pitchFamily="18" charset="0"/>
                            <a:cs typeface="Arial" panose="020B0604020202020204" pitchFamily="34" charset="0"/>
                          </a:rPr>
                          <m:t>𝑡𝑜𝑡</m:t>
                        </m:r>
                      </m:sup>
                    </m:sSubSup>
                    <m:r>
                      <a:rPr lang="en-US" sz="900" b="0" i="1" smtClean="0">
                        <a:solidFill>
                          <a:srgbClr val="FF0000"/>
                        </a:solidFill>
                        <a:latin typeface="Cambria Math" panose="02040503050406030204" pitchFamily="18" charset="0"/>
                        <a:cs typeface="Arial" panose="020B0604020202020204" pitchFamily="34" charset="0"/>
                      </a:rPr>
                      <m:t>=</m:t>
                    </m:r>
                    <m:sSub>
                      <m:sSubPr>
                        <m:ctrlPr>
                          <a:rPr lang="en-US" sz="900" b="0" i="1" smtClean="0">
                            <a:solidFill>
                              <a:srgbClr val="FF0000"/>
                            </a:solidFill>
                            <a:latin typeface="Cambria Math" panose="02040503050406030204" pitchFamily="18" charset="0"/>
                            <a:cs typeface="Arial" panose="020B0604020202020204" pitchFamily="34" charset="0"/>
                          </a:rPr>
                        </m:ctrlPr>
                      </m:sSubPr>
                      <m:e>
                        <m:r>
                          <a:rPr lang="en-US" sz="900" b="0" i="1" smtClean="0">
                            <a:solidFill>
                              <a:srgbClr val="FF0000"/>
                            </a:solidFill>
                            <a:latin typeface="Cambria Math" panose="02040503050406030204" pitchFamily="18" charset="0"/>
                            <a:cs typeface="Arial" panose="020B0604020202020204" pitchFamily="34" charset="0"/>
                          </a:rPr>
                          <m:t>𝑠</m:t>
                        </m:r>
                      </m:e>
                      <m:sub>
                        <m:r>
                          <a:rPr lang="en-US" sz="900" b="0" i="1" smtClean="0">
                            <a:solidFill>
                              <a:srgbClr val="FF0000"/>
                            </a:solidFill>
                            <a:latin typeface="Cambria Math" panose="02040503050406030204" pitchFamily="18" charset="0"/>
                            <a:cs typeface="Arial" panose="020B0604020202020204" pitchFamily="34" charset="0"/>
                          </a:rPr>
                          <m:t>0,0</m:t>
                        </m:r>
                      </m:sub>
                    </m:sSub>
                    <m:r>
                      <a:rPr lang="en-US" sz="900" b="0" i="1" smtClean="0">
                        <a:solidFill>
                          <a:srgbClr val="FF0000"/>
                        </a:solidFill>
                        <a:latin typeface="Cambria Math" panose="02040503050406030204" pitchFamily="18" charset="0"/>
                        <a:cs typeface="Arial" panose="020B0604020202020204" pitchFamily="34" charset="0"/>
                      </a:rPr>
                      <m:t>+</m:t>
                    </m:r>
                    <m:sSub>
                      <m:sSubPr>
                        <m:ctrlPr>
                          <a:rPr lang="en-US" sz="900" b="0" i="1" smtClean="0">
                            <a:solidFill>
                              <a:srgbClr val="FF0000"/>
                            </a:solidFill>
                            <a:latin typeface="Cambria Math" panose="02040503050406030204" pitchFamily="18" charset="0"/>
                            <a:cs typeface="Arial" panose="020B0604020202020204" pitchFamily="34" charset="0"/>
                          </a:rPr>
                        </m:ctrlPr>
                      </m:sSubPr>
                      <m:e>
                        <m:r>
                          <a:rPr lang="en-US" sz="900" b="0" i="1" smtClean="0">
                            <a:solidFill>
                              <a:srgbClr val="FF0000"/>
                            </a:solidFill>
                            <a:latin typeface="Cambria Math" panose="02040503050406030204" pitchFamily="18" charset="0"/>
                            <a:cs typeface="Arial" panose="020B0604020202020204" pitchFamily="34" charset="0"/>
                          </a:rPr>
                          <m:t>𝑠</m:t>
                        </m:r>
                      </m:e>
                      <m:sub>
                        <m:r>
                          <a:rPr lang="en-US" sz="900" b="0" i="1" smtClean="0">
                            <a:solidFill>
                              <a:srgbClr val="FF0000"/>
                            </a:solidFill>
                            <a:latin typeface="Cambria Math" panose="02040503050406030204" pitchFamily="18" charset="0"/>
                            <a:cs typeface="Arial" panose="020B0604020202020204" pitchFamily="34" charset="0"/>
                          </a:rPr>
                          <m:t>0,1</m:t>
                        </m:r>
                      </m:sub>
                    </m:sSub>
                    <m:r>
                      <a:rPr lang="en-US" sz="900" b="0" i="1" smtClean="0">
                        <a:solidFill>
                          <a:srgbClr val="FF0000"/>
                        </a:solidFill>
                        <a:latin typeface="Cambria Math" panose="02040503050406030204" pitchFamily="18" charset="0"/>
                        <a:cs typeface="Arial" panose="020B0604020202020204" pitchFamily="34" charset="0"/>
                      </a:rPr>
                      <m:t>+</m:t>
                    </m:r>
                    <m:sSub>
                      <m:sSubPr>
                        <m:ctrlPr>
                          <a:rPr lang="en-US" sz="900" b="0" i="1" smtClean="0">
                            <a:solidFill>
                              <a:srgbClr val="FF0000"/>
                            </a:solidFill>
                            <a:latin typeface="Cambria Math" panose="02040503050406030204" pitchFamily="18" charset="0"/>
                            <a:cs typeface="Arial" panose="020B0604020202020204" pitchFamily="34" charset="0"/>
                          </a:rPr>
                        </m:ctrlPr>
                      </m:sSubPr>
                      <m:e>
                        <m:r>
                          <a:rPr lang="en-US" sz="900" b="0" i="1" smtClean="0">
                            <a:solidFill>
                              <a:srgbClr val="FF0000"/>
                            </a:solidFill>
                            <a:latin typeface="Cambria Math" panose="02040503050406030204" pitchFamily="18" charset="0"/>
                            <a:cs typeface="Arial" panose="020B0604020202020204" pitchFamily="34" charset="0"/>
                          </a:rPr>
                          <m:t>𝑠</m:t>
                        </m:r>
                      </m:e>
                      <m:sub>
                        <m:r>
                          <a:rPr lang="en-US" sz="900" b="0" i="1" smtClean="0">
                            <a:solidFill>
                              <a:srgbClr val="FF0000"/>
                            </a:solidFill>
                            <a:latin typeface="Cambria Math" panose="02040503050406030204" pitchFamily="18" charset="0"/>
                            <a:cs typeface="Arial" panose="020B0604020202020204" pitchFamily="34" charset="0"/>
                          </a:rPr>
                          <m:t>1,1</m:t>
                        </m:r>
                      </m:sub>
                    </m:sSub>
                  </m:oMath>
                </a14:m>
                <a:r>
                  <a:rPr lang="en-US" sz="900" dirty="0">
                    <a:solidFill>
                      <a:srgbClr val="FF0000"/>
                    </a:solidFill>
                    <a:latin typeface="Arial" panose="020B0604020202020204" pitchFamily="34" charset="0"/>
                    <a:cs typeface="Arial" panose="020B0604020202020204" pitchFamily="34" charset="0"/>
                  </a:rPr>
                  <a:t> </a:t>
                </a:r>
              </a:p>
              <a:p>
                <a:endParaRPr lang="en-US" sz="900" dirty="0">
                  <a:solidFill>
                    <a:srgbClr val="FF0000"/>
                  </a:solidFill>
                  <a:latin typeface="Arial" panose="020B0604020202020204" pitchFamily="34" charset="0"/>
                  <a:cs typeface="Arial" panose="020B0604020202020204" pitchFamily="34" charset="0"/>
                </a:endParaRPr>
              </a:p>
              <a:p>
                <a14:m>
                  <m:oMath xmlns:m="http://schemas.openxmlformats.org/officeDocument/2006/math">
                    <m:sSub>
                      <m:sSubPr>
                        <m:ctrlPr>
                          <a:rPr lang="en-US" sz="900" i="1">
                            <a:solidFill>
                              <a:srgbClr val="FF0000"/>
                            </a:solidFill>
                            <a:latin typeface="Cambria Math" panose="02040503050406030204" pitchFamily="18" charset="0"/>
                            <a:cs typeface="Arial" panose="020B0604020202020204" pitchFamily="34" charset="0"/>
                          </a:rPr>
                        </m:ctrlPr>
                      </m:sSubPr>
                      <m:e>
                        <m:r>
                          <a:rPr lang="en-US" sz="900" i="1">
                            <a:solidFill>
                              <a:srgbClr val="FF0000"/>
                            </a:solidFill>
                            <a:latin typeface="Cambria Math" panose="02040503050406030204" pitchFamily="18" charset="0"/>
                            <a:cs typeface="Arial" panose="020B0604020202020204" pitchFamily="34" charset="0"/>
                          </a:rPr>
                          <m:t>𝑠</m:t>
                        </m:r>
                      </m:e>
                      <m:sub>
                        <m:r>
                          <a:rPr lang="en-US" sz="900" i="1">
                            <a:solidFill>
                              <a:srgbClr val="FF0000"/>
                            </a:solidFill>
                            <a:latin typeface="Cambria Math" panose="02040503050406030204" pitchFamily="18" charset="0"/>
                            <a:cs typeface="Arial" panose="020B0604020202020204" pitchFamily="34" charset="0"/>
                          </a:rPr>
                          <m:t>0,0</m:t>
                        </m:r>
                      </m:sub>
                    </m:sSub>
                  </m:oMath>
                </a14:m>
                <a:r>
                  <a:rPr lang="en-US" sz="900" dirty="0">
                    <a:solidFill>
                      <a:srgbClr val="FF0000"/>
                    </a:solidFill>
                    <a:latin typeface="Arial" panose="020B0604020202020204" pitchFamily="34" charset="0"/>
                    <a:cs typeface="Arial" panose="020B0604020202020204" pitchFamily="34" charset="0"/>
                  </a:rPr>
                  <a:t> = investment in period 0 to period 0 (= 0+0)</a:t>
                </a:r>
              </a:p>
              <a:p>
                <a14:m>
                  <m:oMath xmlns:m="http://schemas.openxmlformats.org/officeDocument/2006/math">
                    <m:sSub>
                      <m:sSubPr>
                        <m:ctrlPr>
                          <a:rPr lang="en-US" sz="900" i="1">
                            <a:solidFill>
                              <a:srgbClr val="FF0000"/>
                            </a:solidFill>
                            <a:latin typeface="Cambria Math" panose="02040503050406030204" pitchFamily="18" charset="0"/>
                            <a:cs typeface="Arial" panose="020B0604020202020204" pitchFamily="34" charset="0"/>
                          </a:rPr>
                        </m:ctrlPr>
                      </m:sSubPr>
                      <m:e>
                        <m:r>
                          <a:rPr lang="en-US" sz="900" i="1">
                            <a:solidFill>
                              <a:srgbClr val="FF0000"/>
                            </a:solidFill>
                            <a:latin typeface="Cambria Math" panose="02040503050406030204" pitchFamily="18" charset="0"/>
                            <a:cs typeface="Arial" panose="020B0604020202020204" pitchFamily="34" charset="0"/>
                          </a:rPr>
                          <m:t>𝑠</m:t>
                        </m:r>
                      </m:e>
                      <m:sub>
                        <m:r>
                          <a:rPr lang="en-US" sz="900" i="1">
                            <a:solidFill>
                              <a:srgbClr val="FF0000"/>
                            </a:solidFill>
                            <a:latin typeface="Cambria Math" panose="02040503050406030204" pitchFamily="18" charset="0"/>
                            <a:cs typeface="Arial" panose="020B0604020202020204" pitchFamily="34" charset="0"/>
                          </a:rPr>
                          <m:t>0,</m:t>
                        </m:r>
                        <m:r>
                          <a:rPr lang="en-US" sz="900" b="0" i="1" smtClean="0">
                            <a:solidFill>
                              <a:srgbClr val="FF0000"/>
                            </a:solidFill>
                            <a:latin typeface="Cambria Math" panose="02040503050406030204" pitchFamily="18" charset="0"/>
                            <a:cs typeface="Arial" panose="020B0604020202020204" pitchFamily="34" charset="0"/>
                          </a:rPr>
                          <m:t>1</m:t>
                        </m:r>
                      </m:sub>
                    </m:sSub>
                  </m:oMath>
                </a14:m>
                <a:r>
                  <a:rPr lang="en-US" sz="900" dirty="0">
                    <a:solidFill>
                      <a:srgbClr val="FF0000"/>
                    </a:solidFill>
                    <a:latin typeface="Arial" panose="020B0604020202020204" pitchFamily="34" charset="0"/>
                    <a:cs typeface="Arial" panose="020B0604020202020204" pitchFamily="34" charset="0"/>
                  </a:rPr>
                  <a:t> = investment in period 0 to period 1 (= 0+1)</a:t>
                </a:r>
              </a:p>
              <a:p>
                <a14:m>
                  <m:oMath xmlns:m="http://schemas.openxmlformats.org/officeDocument/2006/math">
                    <m:sSub>
                      <m:sSubPr>
                        <m:ctrlPr>
                          <a:rPr lang="en-US" sz="900" i="1">
                            <a:solidFill>
                              <a:srgbClr val="FF0000"/>
                            </a:solidFill>
                            <a:latin typeface="Cambria Math" panose="02040503050406030204" pitchFamily="18" charset="0"/>
                            <a:cs typeface="Arial" panose="020B0604020202020204" pitchFamily="34" charset="0"/>
                          </a:rPr>
                        </m:ctrlPr>
                      </m:sSubPr>
                      <m:e>
                        <m:r>
                          <a:rPr lang="en-US" sz="900" i="1">
                            <a:solidFill>
                              <a:srgbClr val="FF0000"/>
                            </a:solidFill>
                            <a:latin typeface="Cambria Math" panose="02040503050406030204" pitchFamily="18" charset="0"/>
                            <a:cs typeface="Arial" panose="020B0604020202020204" pitchFamily="34" charset="0"/>
                          </a:rPr>
                          <m:t>𝑠</m:t>
                        </m:r>
                      </m:e>
                      <m:sub>
                        <m:r>
                          <a:rPr lang="en-US" sz="900" b="0" i="1" smtClean="0">
                            <a:solidFill>
                              <a:srgbClr val="FF0000"/>
                            </a:solidFill>
                            <a:latin typeface="Cambria Math" panose="02040503050406030204" pitchFamily="18" charset="0"/>
                            <a:cs typeface="Arial" panose="020B0604020202020204" pitchFamily="34" charset="0"/>
                          </a:rPr>
                          <m:t>1</m:t>
                        </m:r>
                        <m:r>
                          <a:rPr lang="en-US" sz="900" i="1">
                            <a:solidFill>
                              <a:srgbClr val="FF0000"/>
                            </a:solidFill>
                            <a:latin typeface="Cambria Math" panose="02040503050406030204" pitchFamily="18" charset="0"/>
                            <a:cs typeface="Arial" panose="020B0604020202020204" pitchFamily="34" charset="0"/>
                          </a:rPr>
                          <m:t>,</m:t>
                        </m:r>
                        <m:r>
                          <a:rPr lang="en-US" sz="900" b="0" i="1" smtClean="0">
                            <a:solidFill>
                              <a:srgbClr val="FF0000"/>
                            </a:solidFill>
                            <a:latin typeface="Cambria Math" panose="02040503050406030204" pitchFamily="18" charset="0"/>
                            <a:cs typeface="Arial" panose="020B0604020202020204" pitchFamily="34" charset="0"/>
                          </a:rPr>
                          <m:t>1</m:t>
                        </m:r>
                      </m:sub>
                    </m:sSub>
                  </m:oMath>
                </a14:m>
                <a:r>
                  <a:rPr lang="en-US" sz="900" dirty="0">
                    <a:solidFill>
                      <a:srgbClr val="FF0000"/>
                    </a:solidFill>
                    <a:latin typeface="Arial" panose="020B0604020202020204" pitchFamily="34" charset="0"/>
                    <a:cs typeface="Arial" panose="020B0604020202020204" pitchFamily="34" charset="0"/>
                  </a:rPr>
                  <a:t> = investment in period 1 to period 2 (= 1+1)</a:t>
                </a:r>
              </a:p>
            </p:txBody>
          </p:sp>
        </mc:Choice>
        <mc:Fallback>
          <p:sp>
            <p:nvSpPr>
              <p:cNvPr id="13" name="TextBox 12">
                <a:extLst>
                  <a:ext uri="{FF2B5EF4-FFF2-40B4-BE49-F238E27FC236}">
                    <a16:creationId xmlns:a16="http://schemas.microsoft.com/office/drawing/2014/main" id="{F5296C19-3480-DEBD-440A-CB06C5249482}"/>
                  </a:ext>
                </a:extLst>
              </p:cNvPr>
              <p:cNvSpPr txBox="1">
                <a:spLocks noRot="1" noChangeAspect="1" noMove="1" noResize="1" noEditPoints="1" noAdjustHandles="1" noChangeArrowheads="1" noChangeShapeType="1" noTextEdit="1"/>
              </p:cNvSpPr>
              <p:nvPr/>
            </p:nvSpPr>
            <p:spPr>
              <a:xfrm>
                <a:off x="6347167" y="4641863"/>
                <a:ext cx="2611000" cy="1089529"/>
              </a:xfrm>
              <a:prstGeom prst="rect">
                <a:avLst/>
              </a:prstGeom>
              <a:blipFill>
                <a:blip r:embed="rId12"/>
                <a:stretch>
                  <a:fillRect b="-559"/>
                </a:stretch>
              </a:blipFill>
            </p:spPr>
            <p:txBody>
              <a:bodyPr/>
              <a:lstStyle/>
              <a:p>
                <a:r>
                  <a:rPr lang="en-FI">
                    <a:noFill/>
                  </a:rPr>
                  <a:t> </a:t>
                </a:r>
              </a:p>
            </p:txBody>
          </p:sp>
        </mc:Fallback>
      </mc:AlternateContent>
      <mc:AlternateContent xmlns:mc="http://schemas.openxmlformats.org/markup-compatibility/2006">
        <mc:Choice xmlns:p14="http://schemas.microsoft.com/office/powerpoint/2010/main" Requires="p14">
          <p:contentPart p14:bwMode="auto" r:id="rId13">
            <p14:nvContentPartPr>
              <p14:cNvPr id="14" name="Ink 13">
                <a:extLst>
                  <a:ext uri="{FF2B5EF4-FFF2-40B4-BE49-F238E27FC236}">
                    <a16:creationId xmlns:a16="http://schemas.microsoft.com/office/drawing/2014/main" id="{B4EC9DC4-D1AF-1D22-3CDB-CC6516077CD3}"/>
                  </a:ext>
                </a:extLst>
              </p14:cNvPr>
              <p14:cNvContentPartPr/>
              <p14:nvPr/>
            </p14:nvContentPartPr>
            <p14:xfrm>
              <a:off x="8005687" y="5690903"/>
              <a:ext cx="399960" cy="9720"/>
            </p14:xfrm>
          </p:contentPart>
        </mc:Choice>
        <mc:Fallback>
          <p:pic>
            <p:nvPicPr>
              <p:cNvPr id="14" name="Ink 13">
                <a:extLst>
                  <a:ext uri="{FF2B5EF4-FFF2-40B4-BE49-F238E27FC236}">
                    <a16:creationId xmlns:a16="http://schemas.microsoft.com/office/drawing/2014/main" id="{B4EC9DC4-D1AF-1D22-3CDB-CC6516077CD3}"/>
                  </a:ext>
                </a:extLst>
              </p:cNvPr>
              <p:cNvPicPr/>
              <p:nvPr/>
            </p:nvPicPr>
            <p:blipFill>
              <a:blip r:embed="rId14"/>
              <a:stretch>
                <a:fillRect/>
              </a:stretch>
            </p:blipFill>
            <p:spPr>
              <a:xfrm>
                <a:off x="7999567" y="5684783"/>
                <a:ext cx="412200" cy="21960"/>
              </a:xfrm>
              <a:prstGeom prst="rect">
                <a:avLst/>
              </a:prstGeom>
            </p:spPr>
          </p:pic>
        </mc:Fallback>
      </mc:AlternateContent>
      <p:grpSp>
        <p:nvGrpSpPr>
          <p:cNvPr id="17" name="Group 16">
            <a:extLst>
              <a:ext uri="{FF2B5EF4-FFF2-40B4-BE49-F238E27FC236}">
                <a16:creationId xmlns:a16="http://schemas.microsoft.com/office/drawing/2014/main" id="{A5877440-1217-C6C1-E909-B28EEFF2A075}"/>
              </a:ext>
            </a:extLst>
          </p:cNvPr>
          <p:cNvGrpSpPr/>
          <p:nvPr/>
        </p:nvGrpSpPr>
        <p:grpSpPr>
          <a:xfrm>
            <a:off x="4449607" y="5157743"/>
            <a:ext cx="456480" cy="130320"/>
            <a:chOff x="4449607" y="5157743"/>
            <a:chExt cx="456480" cy="130320"/>
          </a:xfrm>
        </p:grpSpPr>
        <mc:AlternateContent xmlns:mc="http://schemas.openxmlformats.org/markup-compatibility/2006">
          <mc:Choice xmlns:p14="http://schemas.microsoft.com/office/powerpoint/2010/main" Requires="p14">
            <p:contentPart p14:bwMode="auto" r:id="rId15">
              <p14:nvContentPartPr>
                <p14:cNvPr id="15" name="Ink 14">
                  <a:extLst>
                    <a:ext uri="{FF2B5EF4-FFF2-40B4-BE49-F238E27FC236}">
                      <a16:creationId xmlns:a16="http://schemas.microsoft.com/office/drawing/2014/main" id="{32C7672A-5339-AA43-7175-EE8565364D69}"/>
                    </a:ext>
                  </a:extLst>
                </p14:cNvPr>
                <p14:cNvContentPartPr/>
                <p14:nvPr/>
              </p14:nvContentPartPr>
              <p14:xfrm>
                <a:off x="4449607" y="5157743"/>
                <a:ext cx="72000" cy="125640"/>
              </p14:xfrm>
            </p:contentPart>
          </mc:Choice>
          <mc:Fallback>
            <p:pic>
              <p:nvPicPr>
                <p:cNvPr id="15" name="Ink 14">
                  <a:extLst>
                    <a:ext uri="{FF2B5EF4-FFF2-40B4-BE49-F238E27FC236}">
                      <a16:creationId xmlns:a16="http://schemas.microsoft.com/office/drawing/2014/main" id="{32C7672A-5339-AA43-7175-EE8565364D69}"/>
                    </a:ext>
                  </a:extLst>
                </p:cNvPr>
                <p:cNvPicPr/>
                <p:nvPr/>
              </p:nvPicPr>
              <p:blipFill>
                <a:blip r:embed="rId16"/>
                <a:stretch>
                  <a:fillRect/>
                </a:stretch>
              </p:blipFill>
              <p:spPr>
                <a:xfrm>
                  <a:off x="4443487" y="5151623"/>
                  <a:ext cx="84240" cy="13788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16" name="Ink 15">
                  <a:extLst>
                    <a:ext uri="{FF2B5EF4-FFF2-40B4-BE49-F238E27FC236}">
                      <a16:creationId xmlns:a16="http://schemas.microsoft.com/office/drawing/2014/main" id="{E0FDF2E1-F022-B933-5905-98A02E405552}"/>
                    </a:ext>
                  </a:extLst>
                </p14:cNvPr>
                <p14:cNvContentPartPr/>
                <p14:nvPr/>
              </p14:nvContentPartPr>
              <p14:xfrm>
                <a:off x="4822567" y="5163143"/>
                <a:ext cx="83520" cy="124920"/>
              </p14:xfrm>
            </p:contentPart>
          </mc:Choice>
          <mc:Fallback>
            <p:pic>
              <p:nvPicPr>
                <p:cNvPr id="16" name="Ink 15">
                  <a:extLst>
                    <a:ext uri="{FF2B5EF4-FFF2-40B4-BE49-F238E27FC236}">
                      <a16:creationId xmlns:a16="http://schemas.microsoft.com/office/drawing/2014/main" id="{E0FDF2E1-F022-B933-5905-98A02E405552}"/>
                    </a:ext>
                  </a:extLst>
                </p:cNvPr>
                <p:cNvPicPr/>
                <p:nvPr/>
              </p:nvPicPr>
              <p:blipFill>
                <a:blip r:embed="rId18"/>
                <a:stretch>
                  <a:fillRect/>
                </a:stretch>
              </p:blipFill>
              <p:spPr>
                <a:xfrm>
                  <a:off x="4816447" y="5157023"/>
                  <a:ext cx="95760" cy="137160"/>
                </a:xfrm>
                <a:prstGeom prst="rect">
                  <a:avLst/>
                </a:prstGeom>
              </p:spPr>
            </p:pic>
          </mc:Fallback>
        </mc:AlternateContent>
      </p:grpSp>
      <p:grpSp>
        <p:nvGrpSpPr>
          <p:cNvPr id="21" name="Group 20">
            <a:extLst>
              <a:ext uri="{FF2B5EF4-FFF2-40B4-BE49-F238E27FC236}">
                <a16:creationId xmlns:a16="http://schemas.microsoft.com/office/drawing/2014/main" id="{483CC69E-3A2B-C929-64FF-FE14986E48F7}"/>
              </a:ext>
            </a:extLst>
          </p:cNvPr>
          <p:cNvGrpSpPr/>
          <p:nvPr/>
        </p:nvGrpSpPr>
        <p:grpSpPr>
          <a:xfrm>
            <a:off x="4476607" y="5400023"/>
            <a:ext cx="640440" cy="86400"/>
            <a:chOff x="4476607" y="5400023"/>
            <a:chExt cx="640440" cy="86400"/>
          </a:xfrm>
        </p:grpSpPr>
        <mc:AlternateContent xmlns:mc="http://schemas.openxmlformats.org/markup-compatibility/2006">
          <mc:Choice xmlns:p14="http://schemas.microsoft.com/office/powerpoint/2010/main" Requires="p14">
            <p:contentPart p14:bwMode="auto" r:id="rId19">
              <p14:nvContentPartPr>
                <p14:cNvPr id="18" name="Ink 17">
                  <a:extLst>
                    <a:ext uri="{FF2B5EF4-FFF2-40B4-BE49-F238E27FC236}">
                      <a16:creationId xmlns:a16="http://schemas.microsoft.com/office/drawing/2014/main" id="{7A38BB0A-57B5-D2A4-749A-60FFE746E9EB}"/>
                    </a:ext>
                  </a:extLst>
                </p14:cNvPr>
                <p14:cNvContentPartPr/>
                <p14:nvPr/>
              </p14:nvContentPartPr>
              <p14:xfrm>
                <a:off x="4476607" y="5481383"/>
                <a:ext cx="125640" cy="5040"/>
              </p14:xfrm>
            </p:contentPart>
          </mc:Choice>
          <mc:Fallback>
            <p:pic>
              <p:nvPicPr>
                <p:cNvPr id="18" name="Ink 17">
                  <a:extLst>
                    <a:ext uri="{FF2B5EF4-FFF2-40B4-BE49-F238E27FC236}">
                      <a16:creationId xmlns:a16="http://schemas.microsoft.com/office/drawing/2014/main" id="{7A38BB0A-57B5-D2A4-749A-60FFE746E9EB}"/>
                    </a:ext>
                  </a:extLst>
                </p:cNvPr>
                <p:cNvPicPr/>
                <p:nvPr/>
              </p:nvPicPr>
              <p:blipFill>
                <a:blip r:embed="rId20"/>
                <a:stretch>
                  <a:fillRect/>
                </a:stretch>
              </p:blipFill>
              <p:spPr>
                <a:xfrm>
                  <a:off x="4470487" y="5475263"/>
                  <a:ext cx="137880" cy="1728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19" name="Ink 18">
                  <a:extLst>
                    <a:ext uri="{FF2B5EF4-FFF2-40B4-BE49-F238E27FC236}">
                      <a16:creationId xmlns:a16="http://schemas.microsoft.com/office/drawing/2014/main" id="{6F106076-081C-4D6D-5E5F-E04E95692551}"/>
                    </a:ext>
                  </a:extLst>
                </p14:cNvPr>
                <p14:cNvContentPartPr/>
                <p14:nvPr/>
              </p14:nvContentPartPr>
              <p14:xfrm>
                <a:off x="4838407" y="5471663"/>
                <a:ext cx="125280" cy="10440"/>
              </p14:xfrm>
            </p:contentPart>
          </mc:Choice>
          <mc:Fallback>
            <p:pic>
              <p:nvPicPr>
                <p:cNvPr id="19" name="Ink 18">
                  <a:extLst>
                    <a:ext uri="{FF2B5EF4-FFF2-40B4-BE49-F238E27FC236}">
                      <a16:creationId xmlns:a16="http://schemas.microsoft.com/office/drawing/2014/main" id="{6F106076-081C-4D6D-5E5F-E04E95692551}"/>
                    </a:ext>
                  </a:extLst>
                </p:cNvPr>
                <p:cNvPicPr/>
                <p:nvPr/>
              </p:nvPicPr>
              <p:blipFill>
                <a:blip r:embed="rId22"/>
                <a:stretch>
                  <a:fillRect/>
                </a:stretch>
              </p:blipFill>
              <p:spPr>
                <a:xfrm>
                  <a:off x="4832287" y="5465543"/>
                  <a:ext cx="137520" cy="2268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20" name="Ink 19">
                  <a:extLst>
                    <a:ext uri="{FF2B5EF4-FFF2-40B4-BE49-F238E27FC236}">
                      <a16:creationId xmlns:a16="http://schemas.microsoft.com/office/drawing/2014/main" id="{A3F72627-7AFE-DE9A-C4F4-D532520FCB17}"/>
                    </a:ext>
                  </a:extLst>
                </p14:cNvPr>
                <p14:cNvContentPartPr/>
                <p14:nvPr/>
              </p14:nvContentPartPr>
              <p14:xfrm>
                <a:off x="4952887" y="5400023"/>
                <a:ext cx="164160" cy="10440"/>
              </p14:xfrm>
            </p:contentPart>
          </mc:Choice>
          <mc:Fallback>
            <p:pic>
              <p:nvPicPr>
                <p:cNvPr id="20" name="Ink 19">
                  <a:extLst>
                    <a:ext uri="{FF2B5EF4-FFF2-40B4-BE49-F238E27FC236}">
                      <a16:creationId xmlns:a16="http://schemas.microsoft.com/office/drawing/2014/main" id="{A3F72627-7AFE-DE9A-C4F4-D532520FCB17}"/>
                    </a:ext>
                  </a:extLst>
                </p:cNvPr>
                <p:cNvPicPr/>
                <p:nvPr/>
              </p:nvPicPr>
              <p:blipFill>
                <a:blip r:embed="rId24"/>
                <a:stretch>
                  <a:fillRect/>
                </a:stretch>
              </p:blipFill>
              <p:spPr>
                <a:xfrm>
                  <a:off x="4946767" y="5393903"/>
                  <a:ext cx="176400" cy="2268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25">
            <p14:nvContentPartPr>
              <p14:cNvPr id="22" name="Ink 21">
                <a:extLst>
                  <a:ext uri="{FF2B5EF4-FFF2-40B4-BE49-F238E27FC236}">
                    <a16:creationId xmlns:a16="http://schemas.microsoft.com/office/drawing/2014/main" id="{01A17A24-4E02-57CA-EE57-60D98F342B66}"/>
                  </a:ext>
                </a:extLst>
              </p14:cNvPr>
              <p14:cNvContentPartPr/>
              <p14:nvPr/>
            </p14:nvContentPartPr>
            <p14:xfrm>
              <a:off x="4981327" y="5553023"/>
              <a:ext cx="171000" cy="381960"/>
            </p14:xfrm>
          </p:contentPart>
        </mc:Choice>
        <mc:Fallback>
          <p:pic>
            <p:nvPicPr>
              <p:cNvPr id="22" name="Ink 21">
                <a:extLst>
                  <a:ext uri="{FF2B5EF4-FFF2-40B4-BE49-F238E27FC236}">
                    <a16:creationId xmlns:a16="http://schemas.microsoft.com/office/drawing/2014/main" id="{01A17A24-4E02-57CA-EE57-60D98F342B66}"/>
                  </a:ext>
                </a:extLst>
              </p:cNvPr>
              <p:cNvPicPr/>
              <p:nvPr/>
            </p:nvPicPr>
            <p:blipFill>
              <a:blip r:embed="rId26"/>
              <a:stretch>
                <a:fillRect/>
              </a:stretch>
            </p:blipFill>
            <p:spPr>
              <a:xfrm>
                <a:off x="4975207" y="5546903"/>
                <a:ext cx="183240" cy="394200"/>
              </a:xfrm>
              <a:prstGeom prst="rect">
                <a:avLst/>
              </a:prstGeom>
            </p:spPr>
          </p:pic>
        </mc:Fallback>
      </mc:AlternateContent>
      <mc:AlternateContent xmlns:mc="http://schemas.openxmlformats.org/markup-compatibility/2006">
        <mc:Choice xmlns:a14="http://schemas.microsoft.com/office/drawing/2010/main" Requires="a14">
          <p:sp>
            <p:nvSpPr>
              <p:cNvPr id="23" name="TextBox 22">
                <a:extLst>
                  <a:ext uri="{FF2B5EF4-FFF2-40B4-BE49-F238E27FC236}">
                    <a16:creationId xmlns:a16="http://schemas.microsoft.com/office/drawing/2014/main" id="{2AF70896-A3DB-7AD5-C9D3-A216073E77A0}"/>
                  </a:ext>
                </a:extLst>
              </p:cNvPr>
              <p:cNvSpPr txBox="1"/>
              <p:nvPr/>
            </p:nvSpPr>
            <p:spPr>
              <a:xfrm>
                <a:off x="5135732" y="5870100"/>
                <a:ext cx="2611000" cy="513859"/>
              </a:xfrm>
              <a:prstGeom prst="rect">
                <a:avLst/>
              </a:prstGeom>
              <a:noFill/>
            </p:spPr>
            <p:txBody>
              <a:bodyPr wrap="square" rtlCol="0">
                <a:spAutoFit/>
              </a:bodyPr>
              <a:lstStyle/>
              <a:p>
                <a:r>
                  <a:rPr lang="en-US" sz="900" dirty="0">
                    <a:solidFill>
                      <a:srgbClr val="FF0000"/>
                    </a:solidFill>
                    <a:latin typeface="Arial" panose="020B0604020202020204" pitchFamily="34" charset="0"/>
                    <a:cs typeface="Arial" panose="020B0604020202020204" pitchFamily="34" charset="0"/>
                  </a:rPr>
                  <a:t>The indexes are incorrect? For example, </a:t>
                </a:r>
                <a14:m>
                  <m:oMath xmlns:m="http://schemas.openxmlformats.org/officeDocument/2006/math">
                    <m:sSub>
                      <m:sSubPr>
                        <m:ctrlPr>
                          <a:rPr lang="en-US" sz="900" b="0" i="1" smtClean="0">
                            <a:solidFill>
                              <a:srgbClr val="FF0000"/>
                            </a:solidFill>
                            <a:latin typeface="Cambria Math" panose="02040503050406030204" pitchFamily="18" charset="0"/>
                            <a:cs typeface="Arial" panose="020B0604020202020204" pitchFamily="34" charset="0"/>
                          </a:rPr>
                        </m:ctrlPr>
                      </m:sSubPr>
                      <m:e>
                        <m:r>
                          <a:rPr lang="en-US" sz="900" b="0" i="1" smtClean="0">
                            <a:solidFill>
                              <a:srgbClr val="FF0000"/>
                            </a:solidFill>
                            <a:latin typeface="Cambria Math" panose="02040503050406030204" pitchFamily="18" charset="0"/>
                            <a:cs typeface="Arial" panose="020B0604020202020204" pitchFamily="34" charset="0"/>
                          </a:rPr>
                          <m:t>𝑇</m:t>
                        </m:r>
                        <m:r>
                          <a:rPr lang="en-US" sz="900" b="0" i="1" smtClean="0">
                            <a:solidFill>
                              <a:srgbClr val="FF0000"/>
                            </a:solidFill>
                            <a:latin typeface="Cambria Math" panose="02040503050406030204" pitchFamily="18" charset="0"/>
                            <a:cs typeface="Arial" panose="020B0604020202020204" pitchFamily="34" charset="0"/>
                          </a:rPr>
                          <m:t>=10⇒</m:t>
                        </m:r>
                        <m:r>
                          <a:rPr lang="en-US" sz="900" b="0" i="1" smtClean="0">
                            <a:solidFill>
                              <a:srgbClr val="FF0000"/>
                            </a:solidFill>
                            <a:latin typeface="Cambria Math" panose="02040503050406030204" pitchFamily="18" charset="0"/>
                            <a:cs typeface="Arial" panose="020B0604020202020204" pitchFamily="34" charset="0"/>
                          </a:rPr>
                          <m:t>𝑠</m:t>
                        </m:r>
                      </m:e>
                      <m:sub>
                        <m:r>
                          <a:rPr lang="en-US" sz="900" b="0" i="1" smtClean="0">
                            <a:solidFill>
                              <a:srgbClr val="FF0000"/>
                            </a:solidFill>
                            <a:latin typeface="Cambria Math" panose="02040503050406030204" pitchFamily="18" charset="0"/>
                            <a:cs typeface="Arial" panose="020B0604020202020204" pitchFamily="34" charset="0"/>
                          </a:rPr>
                          <m:t>10,10</m:t>
                        </m:r>
                      </m:sub>
                    </m:sSub>
                  </m:oMath>
                </a14:m>
                <a:r>
                  <a:rPr lang="en-US" sz="900" dirty="0">
                    <a:solidFill>
                      <a:srgbClr val="FF0000"/>
                    </a:solidFill>
                    <a:latin typeface="Arial" panose="020B0604020202020204" pitchFamily="34" charset="0"/>
                    <a:cs typeface="Arial" panose="020B0604020202020204" pitchFamily="34" charset="0"/>
                  </a:rPr>
                  <a:t> is the investment in period 10 to period 20?</a:t>
                </a:r>
              </a:p>
            </p:txBody>
          </p:sp>
        </mc:Choice>
        <mc:Fallback>
          <p:sp>
            <p:nvSpPr>
              <p:cNvPr id="23" name="TextBox 22">
                <a:extLst>
                  <a:ext uri="{FF2B5EF4-FFF2-40B4-BE49-F238E27FC236}">
                    <a16:creationId xmlns:a16="http://schemas.microsoft.com/office/drawing/2014/main" id="{2AF70896-A3DB-7AD5-C9D3-A216073E77A0}"/>
                  </a:ext>
                </a:extLst>
              </p:cNvPr>
              <p:cNvSpPr txBox="1">
                <a:spLocks noRot="1" noChangeAspect="1" noMove="1" noResize="1" noEditPoints="1" noAdjustHandles="1" noChangeArrowheads="1" noChangeShapeType="1" noTextEdit="1"/>
              </p:cNvSpPr>
              <p:nvPr/>
            </p:nvSpPr>
            <p:spPr>
              <a:xfrm>
                <a:off x="5135732" y="5870100"/>
                <a:ext cx="2611000" cy="513859"/>
              </a:xfrm>
              <a:prstGeom prst="rect">
                <a:avLst/>
              </a:prstGeom>
              <a:blipFill>
                <a:blip r:embed="rId27"/>
                <a:stretch>
                  <a:fillRect b="-3571"/>
                </a:stretch>
              </a:blipFill>
            </p:spPr>
            <p:txBody>
              <a:bodyPr/>
              <a:lstStyle/>
              <a:p>
                <a:r>
                  <a:rPr lang="en-FI">
                    <a:noFill/>
                  </a:rPr>
                  <a:t> </a:t>
                </a:r>
              </a:p>
            </p:txBody>
          </p:sp>
        </mc:Fallback>
      </mc:AlternateContent>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2141952" y="0"/>
          <a:ext cx="7002048" cy="6877050"/>
          <a:chOff x="2141952" y="0"/>
          <a:chExt cx="7002048" cy="6877050"/>
        </a:xfrm>
      </p:grpSpPr>
      <p:pic>
        <p:nvPicPr>
          <p:cNvPr id="2" name="Slide"/>
          <p:cNvPicPr>
            <a:picLocks noChangeAspect="1"/>
          </p:cNvPicPr>
          <p:nvPr/>
        </p:nvPicPr>
        <p:blipFill>
          <a:blip r:embed="rId2"/>
          <a:stretch>
            <a:fillRect/>
          </a:stretch>
        </p:blipFill>
        <p:spPr>
          <a:xfrm>
            <a:off x="2141952" y="0"/>
            <a:ext cx="4860096" cy="6877050"/>
          </a:xfrm>
          <a:prstGeom prst="rect">
            <a:avLst/>
          </a:prstGeom>
        </p:spPr>
      </p:pic>
      <mc:AlternateContent xmlns:mc="http://schemas.openxmlformats.org/markup-compatibility/2006">
        <mc:Choice xmlns:p14="http://schemas.microsoft.com/office/powerpoint/2010/main" Requires="p14">
          <p:contentPart p14:bwMode="auto" r:id="rId3">
            <p14:nvContentPartPr>
              <p14:cNvPr id="22" name="Ink 21">
                <a:extLst>
                  <a:ext uri="{FF2B5EF4-FFF2-40B4-BE49-F238E27FC236}">
                    <a16:creationId xmlns:a16="http://schemas.microsoft.com/office/drawing/2014/main" id="{6B4B8B7A-A161-468B-B243-3939469C1897}"/>
                  </a:ext>
                </a:extLst>
              </p14:cNvPr>
              <p14:cNvContentPartPr/>
              <p14:nvPr/>
            </p14:nvContentPartPr>
            <p14:xfrm>
              <a:off x="4019407" y="3281220"/>
              <a:ext cx="1104480" cy="82800"/>
            </p14:xfrm>
          </p:contentPart>
        </mc:Choice>
        <mc:Fallback>
          <p:pic>
            <p:nvPicPr>
              <p:cNvPr id="22" name="Ink 21">
                <a:extLst>
                  <a:ext uri="{FF2B5EF4-FFF2-40B4-BE49-F238E27FC236}">
                    <a16:creationId xmlns:a16="http://schemas.microsoft.com/office/drawing/2014/main" id="{6B4B8B7A-A161-468B-B243-3939469C1897}"/>
                  </a:ext>
                </a:extLst>
              </p:cNvPr>
              <p:cNvPicPr/>
              <p:nvPr/>
            </p:nvPicPr>
            <p:blipFill>
              <a:blip r:embed="rId4"/>
              <a:stretch>
                <a:fillRect/>
              </a:stretch>
            </p:blipFill>
            <p:spPr>
              <a:xfrm>
                <a:off x="4013287" y="3275100"/>
                <a:ext cx="1116720" cy="9504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23" name="Ink 22">
                <a:extLst>
                  <a:ext uri="{FF2B5EF4-FFF2-40B4-BE49-F238E27FC236}">
                    <a16:creationId xmlns:a16="http://schemas.microsoft.com/office/drawing/2014/main" id="{16AA11C5-A6C7-073E-316C-0BB0E7381B87}"/>
                  </a:ext>
                </a:extLst>
              </p14:cNvPr>
              <p14:cNvContentPartPr/>
              <p14:nvPr/>
            </p14:nvContentPartPr>
            <p14:xfrm>
              <a:off x="4860032" y="1197425"/>
              <a:ext cx="1485360" cy="2183760"/>
            </p14:xfrm>
          </p:contentPart>
        </mc:Choice>
        <mc:Fallback>
          <p:pic>
            <p:nvPicPr>
              <p:cNvPr id="23" name="Ink 22">
                <a:extLst>
                  <a:ext uri="{FF2B5EF4-FFF2-40B4-BE49-F238E27FC236}">
                    <a16:creationId xmlns:a16="http://schemas.microsoft.com/office/drawing/2014/main" id="{16AA11C5-A6C7-073E-316C-0BB0E7381B87}"/>
                  </a:ext>
                </a:extLst>
              </p:cNvPr>
              <p:cNvPicPr/>
              <p:nvPr/>
            </p:nvPicPr>
            <p:blipFill>
              <a:blip r:embed="rId6"/>
              <a:stretch>
                <a:fillRect/>
              </a:stretch>
            </p:blipFill>
            <p:spPr>
              <a:xfrm>
                <a:off x="4853912" y="1191305"/>
                <a:ext cx="1497600" cy="2196000"/>
              </a:xfrm>
              <a:prstGeom prst="rect">
                <a:avLst/>
              </a:prstGeom>
            </p:spPr>
          </p:pic>
        </mc:Fallback>
      </mc:AlternateContent>
      <mc:AlternateContent xmlns:mc="http://schemas.openxmlformats.org/markup-compatibility/2006">
        <mc:Choice xmlns:a14="http://schemas.microsoft.com/office/drawing/2010/main" Requires="a14">
          <p:sp>
            <p:nvSpPr>
              <p:cNvPr id="24" name="TextBox 23">
                <a:extLst>
                  <a:ext uri="{FF2B5EF4-FFF2-40B4-BE49-F238E27FC236}">
                    <a16:creationId xmlns:a16="http://schemas.microsoft.com/office/drawing/2014/main" id="{4697DD87-F534-16B5-5EFB-E59533BD90F6}"/>
                  </a:ext>
                </a:extLst>
              </p:cNvPr>
              <p:cNvSpPr txBox="1"/>
              <p:nvPr/>
            </p:nvSpPr>
            <p:spPr>
              <a:xfrm>
                <a:off x="6312617" y="137483"/>
                <a:ext cx="2520280" cy="6509026"/>
              </a:xfrm>
              <a:prstGeom prst="rect">
                <a:avLst/>
              </a:prstGeom>
              <a:noFill/>
            </p:spPr>
            <p:txBody>
              <a:bodyPr wrap="square" rtlCol="0">
                <a:spAutoFit/>
              </a:bodyPr>
              <a:lstStyle/>
              <a:p>
                <a:r>
                  <a:rPr lang="en-US" sz="800" dirty="0">
                    <a:solidFill>
                      <a:srgbClr val="FF0000"/>
                    </a:solidFill>
                    <a:latin typeface="Arial" panose="020B0604020202020204" pitchFamily="34" charset="0"/>
                    <a:cs typeface="Arial" panose="020B0604020202020204" pitchFamily="34" charset="0"/>
                  </a:rPr>
                  <a:t>I find that there are some conceptual (not necessarily technical, i.e., the formulas are probably correct) issues with this formulation. </a:t>
                </a:r>
              </a:p>
              <a:p>
                <a:endParaRPr lang="en-US" sz="800" dirty="0">
                  <a:solidFill>
                    <a:srgbClr val="FF0000"/>
                  </a:solidFill>
                  <a:latin typeface="Arial" panose="020B0604020202020204" pitchFamily="34" charset="0"/>
                  <a:cs typeface="Arial" panose="020B0604020202020204" pitchFamily="34" charset="0"/>
                </a:endParaRPr>
              </a:p>
              <a:p>
                <a:r>
                  <a:rPr lang="en-US" sz="800" dirty="0">
                    <a:solidFill>
                      <a:srgbClr val="FF0000"/>
                    </a:solidFill>
                    <a:latin typeface="Arial" panose="020B0604020202020204" pitchFamily="34" charset="0"/>
                    <a:cs typeface="Arial" panose="020B0604020202020204" pitchFamily="34" charset="0"/>
                  </a:rPr>
                  <a:t>Firstly, why should investment decisions be guided on the forecasts (and the baseline) and not also on previous investments (i.e., why invest more if demand is already met)? Note that, for example, capacity for period 3 can be built in periods 1, 2, and 3.</a:t>
                </a:r>
              </a:p>
              <a:p>
                <a:endParaRPr lang="en-US" sz="800" dirty="0">
                  <a:solidFill>
                    <a:srgbClr val="FF0000"/>
                  </a:solidFill>
                  <a:latin typeface="Arial" panose="020B0604020202020204" pitchFamily="34" charset="0"/>
                  <a:cs typeface="Arial" panose="020B0604020202020204" pitchFamily="34" charset="0"/>
                </a:endParaRPr>
              </a:p>
              <a:p>
                <a:r>
                  <a:rPr lang="en-US" sz="800" dirty="0">
                    <a:solidFill>
                      <a:srgbClr val="FF0000"/>
                    </a:solidFill>
                    <a:latin typeface="Arial" panose="020B0604020202020204" pitchFamily="34" charset="0"/>
                    <a:cs typeface="Arial" panose="020B0604020202020204" pitchFamily="34" charset="0"/>
                  </a:rPr>
                  <a:t>Second, this introduces auxiliary variables. I.e., why not just optimize </a:t>
                </a:r>
                <a14:m>
                  <m:oMath xmlns:m="http://schemas.openxmlformats.org/officeDocument/2006/math">
                    <m:sSub>
                      <m:sSubPr>
                        <m:ctrlPr>
                          <a:rPr lang="en-US" sz="800" b="0" i="1" smtClean="0">
                            <a:solidFill>
                              <a:srgbClr val="FF0000"/>
                            </a:solidFill>
                            <a:latin typeface="Cambria Math" panose="02040503050406030204" pitchFamily="18" charset="0"/>
                            <a:cs typeface="Arial" panose="020B0604020202020204" pitchFamily="34" charset="0"/>
                          </a:rPr>
                        </m:ctrlPr>
                      </m:sSubPr>
                      <m:e>
                        <m:r>
                          <a:rPr lang="en-US" sz="800" b="0" i="1" smtClean="0">
                            <a:solidFill>
                              <a:srgbClr val="FF0000"/>
                            </a:solidFill>
                            <a:latin typeface="Cambria Math" panose="02040503050406030204" pitchFamily="18" charset="0"/>
                            <a:cs typeface="Arial" panose="020B0604020202020204" pitchFamily="34" charset="0"/>
                          </a:rPr>
                          <m:t>𝑠</m:t>
                        </m:r>
                      </m:e>
                      <m:sub>
                        <m:r>
                          <a:rPr lang="en-US" sz="800" b="0" i="1" smtClean="0">
                            <a:solidFill>
                              <a:srgbClr val="FF0000"/>
                            </a:solidFill>
                            <a:latin typeface="Cambria Math" panose="02040503050406030204" pitchFamily="18" charset="0"/>
                            <a:cs typeface="Arial" panose="020B0604020202020204" pitchFamily="34" charset="0"/>
                          </a:rPr>
                          <m:t>𝑡</m:t>
                        </m:r>
                        <m:r>
                          <a:rPr lang="en-US" sz="800" b="0" i="1" smtClean="0">
                            <a:solidFill>
                              <a:srgbClr val="FF0000"/>
                            </a:solidFill>
                            <a:latin typeface="Cambria Math" panose="02040503050406030204" pitchFamily="18" charset="0"/>
                            <a:cs typeface="Arial" panose="020B0604020202020204" pitchFamily="34" charset="0"/>
                          </a:rPr>
                          <m:t>,</m:t>
                        </m:r>
                        <m:r>
                          <a:rPr lang="en-US" sz="800" b="0" i="1" smtClean="0">
                            <a:solidFill>
                              <a:srgbClr val="FF0000"/>
                            </a:solidFill>
                            <a:latin typeface="Cambria Math" panose="02040503050406030204" pitchFamily="18" charset="0"/>
                            <a:cs typeface="Arial" panose="020B0604020202020204" pitchFamily="34" charset="0"/>
                          </a:rPr>
                          <m:t>𝑘</m:t>
                        </m:r>
                      </m:sub>
                    </m:sSub>
                  </m:oMath>
                </a14:m>
                <a:r>
                  <a:rPr lang="en-US" sz="800" dirty="0">
                    <a:solidFill>
                      <a:srgbClr val="FF0000"/>
                    </a:solidFill>
                    <a:latin typeface="Arial" panose="020B0604020202020204" pitchFamily="34" charset="0"/>
                    <a:cs typeface="Arial" panose="020B0604020202020204" pitchFamily="34" charset="0"/>
                  </a:rPr>
                  <a:t> directly? Note: the technical reason in your thesis is that you are minimizing actual shortfall instead of shortfall compared to the forecast (which the investments depend on), but this can be modified…</a:t>
                </a:r>
              </a:p>
              <a:p>
                <a:endParaRPr lang="en-US" sz="800" dirty="0">
                  <a:solidFill>
                    <a:srgbClr val="FF0000"/>
                  </a:solidFill>
                  <a:latin typeface="Arial" panose="020B0604020202020204" pitchFamily="34" charset="0"/>
                  <a:cs typeface="Arial" panose="020B0604020202020204" pitchFamily="34" charset="0"/>
                </a:endParaRPr>
              </a:p>
              <a:p>
                <a:r>
                  <a:rPr lang="en-US" sz="800" dirty="0">
                    <a:solidFill>
                      <a:srgbClr val="FF0000"/>
                    </a:solidFill>
                    <a:latin typeface="Arial" panose="020B0604020202020204" pitchFamily="34" charset="0"/>
                    <a:cs typeface="Arial" panose="020B0604020202020204" pitchFamily="34" charset="0"/>
                  </a:rPr>
                  <a:t>Third, does this formula lead to the true optimal solution? Probably not (because the investment amounts share the same weights and are, thus, not independent), which can be methodologically problematic….</a:t>
                </a:r>
              </a:p>
              <a:p>
                <a:endParaRPr lang="en-US" sz="800" dirty="0">
                  <a:solidFill>
                    <a:srgbClr val="FF0000"/>
                  </a:solidFill>
                  <a:latin typeface="Arial" panose="020B0604020202020204" pitchFamily="34" charset="0"/>
                  <a:cs typeface="Arial" panose="020B0604020202020204" pitchFamily="34" charset="0"/>
                </a:endParaRPr>
              </a:p>
              <a:p>
                <a:r>
                  <a:rPr lang="en-US" sz="800" dirty="0">
                    <a:solidFill>
                      <a:srgbClr val="FF0000"/>
                    </a:solidFill>
                    <a:latin typeface="Arial" panose="020B0604020202020204" pitchFamily="34" charset="0"/>
                    <a:cs typeface="Arial" panose="020B0604020202020204" pitchFamily="34" charset="0"/>
                  </a:rPr>
                  <a:t>Fourth, from a methodological standpoint, I would prefer to frame this problem as a standard multi-objective optimization problem with weights, i.e., </a:t>
                </a:r>
              </a:p>
              <a:p>
                <a:endParaRPr lang="en-US" sz="800" dirty="0">
                  <a:solidFill>
                    <a:srgbClr val="FF0000"/>
                  </a:solidFill>
                  <a:latin typeface="Arial" panose="020B0604020202020204" pitchFamily="34" charset="0"/>
                  <a:cs typeface="Arial" panose="020B0604020202020204" pitchFamily="34" charset="0"/>
                </a:endParaRPr>
              </a:p>
              <a:p>
                <a14:m>
                  <m:oMath xmlns:m="http://schemas.openxmlformats.org/officeDocument/2006/math">
                    <m:func>
                      <m:funcPr>
                        <m:ctrlPr>
                          <a:rPr lang="en-US" sz="800" b="0" i="1" smtClean="0">
                            <a:solidFill>
                              <a:srgbClr val="FF0000"/>
                            </a:solidFill>
                            <a:latin typeface="Cambria Math" panose="02040503050406030204" pitchFamily="18" charset="0"/>
                            <a:cs typeface="Arial" panose="020B0604020202020204" pitchFamily="34" charset="0"/>
                          </a:rPr>
                        </m:ctrlPr>
                      </m:funcPr>
                      <m:fName>
                        <m:r>
                          <m:rPr>
                            <m:sty m:val="p"/>
                          </m:rPr>
                          <a:rPr lang="en-US" sz="800" b="0" i="0" smtClean="0">
                            <a:solidFill>
                              <a:srgbClr val="FF0000"/>
                            </a:solidFill>
                            <a:latin typeface="Cambria Math" panose="02040503050406030204" pitchFamily="18" charset="0"/>
                            <a:cs typeface="Arial" panose="020B0604020202020204" pitchFamily="34" charset="0"/>
                          </a:rPr>
                          <m:t>m</m:t>
                        </m:r>
                        <m:r>
                          <a:rPr lang="en-US" sz="800" b="0" i="1" smtClean="0">
                            <a:solidFill>
                              <a:srgbClr val="FF0000"/>
                            </a:solidFill>
                            <a:latin typeface="Cambria Math" panose="02040503050406030204" pitchFamily="18" charset="0"/>
                            <a:cs typeface="Arial" panose="020B0604020202020204" pitchFamily="34" charset="0"/>
                          </a:rPr>
                          <m:t>𝑖𝑛</m:t>
                        </m:r>
                      </m:fName>
                      <m:e>
                        <m:r>
                          <a:rPr lang="en-US" sz="800" b="0" i="1" smtClean="0">
                            <a:solidFill>
                              <a:srgbClr val="FF0000"/>
                            </a:solidFill>
                            <a:latin typeface="Cambria Math" panose="02040503050406030204" pitchFamily="18" charset="0"/>
                            <a:cs typeface="Arial" panose="020B0604020202020204" pitchFamily="34" charset="0"/>
                          </a:rPr>
                          <m:t>  </m:t>
                        </m:r>
                        <m:sSub>
                          <m:sSubPr>
                            <m:ctrlPr>
                              <a:rPr lang="en-US" sz="800" b="0" i="1" smtClean="0">
                                <a:solidFill>
                                  <a:srgbClr val="FF0000"/>
                                </a:solidFill>
                                <a:latin typeface="Cambria Math" panose="02040503050406030204" pitchFamily="18" charset="0"/>
                                <a:cs typeface="Arial" panose="020B0604020202020204" pitchFamily="34" charset="0"/>
                              </a:rPr>
                            </m:ctrlPr>
                          </m:sSubPr>
                          <m:e>
                            <m:r>
                              <a:rPr lang="en-US" sz="800" b="0" i="1" smtClean="0">
                                <a:solidFill>
                                  <a:srgbClr val="FF0000"/>
                                </a:solidFill>
                                <a:latin typeface="Cambria Math" panose="02040503050406030204" pitchFamily="18" charset="0"/>
                                <a:cs typeface="Arial" panose="020B0604020202020204" pitchFamily="34" charset="0"/>
                              </a:rPr>
                              <m:t>𝜔</m:t>
                            </m:r>
                          </m:e>
                          <m:sub>
                            <m:r>
                              <a:rPr lang="en-US" sz="800" b="0" i="1" smtClean="0">
                                <a:solidFill>
                                  <a:srgbClr val="FF0000"/>
                                </a:solidFill>
                                <a:latin typeface="Cambria Math" panose="02040503050406030204" pitchFamily="18" charset="0"/>
                                <a:cs typeface="Arial" panose="020B0604020202020204" pitchFamily="34" charset="0"/>
                              </a:rPr>
                              <m:t>1</m:t>
                            </m:r>
                          </m:sub>
                        </m:sSub>
                      </m:e>
                    </m:func>
                    <m:r>
                      <a:rPr lang="en-US" sz="800" b="0" i="1" smtClean="0">
                        <a:solidFill>
                          <a:srgbClr val="FF0000"/>
                        </a:solidFill>
                        <a:latin typeface="Cambria Math" panose="02040503050406030204" pitchFamily="18" charset="0"/>
                        <a:cs typeface="Arial" panose="020B0604020202020204" pitchFamily="34" charset="0"/>
                      </a:rPr>
                      <m:t>×</m:t>
                    </m:r>
                    <m:sSup>
                      <m:sSupPr>
                        <m:ctrlPr>
                          <a:rPr lang="en-US" sz="800" b="0" i="1" smtClean="0">
                            <a:solidFill>
                              <a:srgbClr val="FF0000"/>
                            </a:solidFill>
                            <a:latin typeface="Cambria Math" panose="02040503050406030204" pitchFamily="18" charset="0"/>
                            <a:cs typeface="Arial" panose="020B0604020202020204" pitchFamily="34" charset="0"/>
                          </a:rPr>
                        </m:ctrlPr>
                      </m:sSupPr>
                      <m:e>
                        <m:r>
                          <a:rPr lang="en-US" sz="800" b="0" i="1" smtClean="0">
                            <a:solidFill>
                              <a:srgbClr val="FF0000"/>
                            </a:solidFill>
                            <a:latin typeface="Cambria Math" panose="02040503050406030204" pitchFamily="18" charset="0"/>
                            <a:cs typeface="Arial" panose="020B0604020202020204" pitchFamily="34" charset="0"/>
                          </a:rPr>
                          <m:t>𝐶</m:t>
                        </m:r>
                      </m:e>
                      <m:sup>
                        <m:r>
                          <a:rPr lang="en-US" sz="800" b="0" i="1" smtClean="0">
                            <a:solidFill>
                              <a:srgbClr val="FF0000"/>
                            </a:solidFill>
                            <a:latin typeface="Cambria Math" panose="02040503050406030204" pitchFamily="18" charset="0"/>
                            <a:cs typeface="Arial" panose="020B0604020202020204" pitchFamily="34" charset="0"/>
                          </a:rPr>
                          <m:t>𝑠𝑓</m:t>
                        </m:r>
                      </m:sup>
                    </m:sSup>
                    <m:r>
                      <a:rPr lang="en-US" sz="800" b="0" i="1" smtClean="0">
                        <a:solidFill>
                          <a:srgbClr val="FF0000"/>
                        </a:solidFill>
                        <a:latin typeface="Cambria Math" panose="02040503050406030204" pitchFamily="18" charset="0"/>
                        <a:cs typeface="Arial" panose="020B0604020202020204" pitchFamily="34" charset="0"/>
                      </a:rPr>
                      <m:t>+</m:t>
                    </m:r>
                    <m:sSub>
                      <m:sSubPr>
                        <m:ctrlPr>
                          <a:rPr lang="en-US" sz="800" b="0" i="1" smtClean="0">
                            <a:solidFill>
                              <a:srgbClr val="FF0000"/>
                            </a:solidFill>
                            <a:latin typeface="Cambria Math" panose="02040503050406030204" pitchFamily="18" charset="0"/>
                            <a:cs typeface="Arial" panose="020B0604020202020204" pitchFamily="34" charset="0"/>
                          </a:rPr>
                        </m:ctrlPr>
                      </m:sSubPr>
                      <m:e>
                        <m:r>
                          <a:rPr lang="en-US" sz="800" b="0" i="1" smtClean="0">
                            <a:solidFill>
                              <a:srgbClr val="FF0000"/>
                            </a:solidFill>
                            <a:latin typeface="Cambria Math" panose="02040503050406030204" pitchFamily="18" charset="0"/>
                            <a:cs typeface="Arial" panose="020B0604020202020204" pitchFamily="34" charset="0"/>
                          </a:rPr>
                          <m:t>𝜔</m:t>
                        </m:r>
                      </m:e>
                      <m:sub>
                        <m:r>
                          <a:rPr lang="en-US" sz="800" b="0" i="1" smtClean="0">
                            <a:solidFill>
                              <a:srgbClr val="FF0000"/>
                            </a:solidFill>
                            <a:latin typeface="Cambria Math" panose="02040503050406030204" pitchFamily="18" charset="0"/>
                            <a:cs typeface="Arial" panose="020B0604020202020204" pitchFamily="34" charset="0"/>
                          </a:rPr>
                          <m:t>2</m:t>
                        </m:r>
                      </m:sub>
                    </m:sSub>
                    <m:r>
                      <a:rPr lang="en-US" sz="800" b="0" i="1" smtClean="0">
                        <a:solidFill>
                          <a:srgbClr val="FF0000"/>
                        </a:solidFill>
                        <a:latin typeface="Cambria Math" panose="02040503050406030204" pitchFamily="18" charset="0"/>
                        <a:cs typeface="Arial" panose="020B0604020202020204" pitchFamily="34" charset="0"/>
                      </a:rPr>
                      <m:t>×</m:t>
                    </m:r>
                    <m:sSup>
                      <m:sSupPr>
                        <m:ctrlPr>
                          <a:rPr lang="en-US" sz="800" b="0" i="1" smtClean="0">
                            <a:solidFill>
                              <a:srgbClr val="FF0000"/>
                            </a:solidFill>
                            <a:latin typeface="Cambria Math" panose="02040503050406030204" pitchFamily="18" charset="0"/>
                            <a:cs typeface="Arial" panose="020B0604020202020204" pitchFamily="34" charset="0"/>
                          </a:rPr>
                        </m:ctrlPr>
                      </m:sSupPr>
                      <m:e>
                        <m:r>
                          <a:rPr lang="en-US" sz="800" b="0" i="1" smtClean="0">
                            <a:solidFill>
                              <a:srgbClr val="FF0000"/>
                            </a:solidFill>
                            <a:latin typeface="Cambria Math" panose="02040503050406030204" pitchFamily="18" charset="0"/>
                            <a:cs typeface="Arial" panose="020B0604020202020204" pitchFamily="34" charset="0"/>
                          </a:rPr>
                          <m:t>𝐶</m:t>
                        </m:r>
                      </m:e>
                      <m:sup>
                        <m:r>
                          <a:rPr lang="en-US" sz="800" b="0" i="1" smtClean="0">
                            <a:solidFill>
                              <a:srgbClr val="FF0000"/>
                            </a:solidFill>
                            <a:latin typeface="Cambria Math" panose="02040503050406030204" pitchFamily="18" charset="0"/>
                            <a:cs typeface="Arial" panose="020B0604020202020204" pitchFamily="34" charset="0"/>
                          </a:rPr>
                          <m:t>𝑖𝑛𝑣</m:t>
                        </m:r>
                      </m:sup>
                    </m:sSup>
                  </m:oMath>
                </a14:m>
                <a:r>
                  <a:rPr lang="en-US" sz="800" dirty="0">
                    <a:solidFill>
                      <a:srgbClr val="FF0000"/>
                    </a:solidFill>
                    <a:latin typeface="Arial" panose="020B0604020202020204" pitchFamily="34" charset="0"/>
                    <a:cs typeface="Arial" panose="020B0604020202020204" pitchFamily="34" charset="0"/>
                  </a:rPr>
                  <a:t>,</a:t>
                </a:r>
              </a:p>
              <a:p>
                <a:endParaRPr lang="en-US" sz="800" dirty="0">
                  <a:solidFill>
                    <a:srgbClr val="FF0000"/>
                  </a:solidFill>
                  <a:latin typeface="Arial" panose="020B0604020202020204" pitchFamily="34" charset="0"/>
                  <a:cs typeface="Arial" panose="020B0604020202020204" pitchFamily="34" charset="0"/>
                </a:endParaRPr>
              </a:p>
              <a:p>
                <a:r>
                  <a:rPr lang="en-US" sz="800" dirty="0">
                    <a:solidFill>
                      <a:srgbClr val="FF0000"/>
                    </a:solidFill>
                    <a:latin typeface="Arial" panose="020B0604020202020204" pitchFamily="34" charset="0"/>
                    <a:cs typeface="Arial" panose="020B0604020202020204" pitchFamily="34" charset="0"/>
                  </a:rPr>
                  <a:t>which would mean that </a:t>
                </a:r>
                <a14:m>
                  <m:oMath xmlns:m="http://schemas.openxmlformats.org/officeDocument/2006/math">
                    <m:sSup>
                      <m:sSupPr>
                        <m:ctrlPr>
                          <a:rPr lang="en-US" sz="800" b="0" i="1" smtClean="0">
                            <a:solidFill>
                              <a:srgbClr val="FF0000"/>
                            </a:solidFill>
                            <a:latin typeface="Cambria Math" panose="02040503050406030204" pitchFamily="18" charset="0"/>
                            <a:cs typeface="Arial" panose="020B0604020202020204" pitchFamily="34" charset="0"/>
                          </a:rPr>
                        </m:ctrlPr>
                      </m:sSupPr>
                      <m:e>
                        <m:r>
                          <a:rPr lang="en-US" sz="800" b="0" i="1" smtClean="0">
                            <a:solidFill>
                              <a:srgbClr val="FF0000"/>
                            </a:solidFill>
                            <a:latin typeface="Cambria Math" panose="02040503050406030204" pitchFamily="18" charset="0"/>
                            <a:cs typeface="Arial" panose="020B0604020202020204" pitchFamily="34" charset="0"/>
                          </a:rPr>
                          <m:t>𝑐</m:t>
                        </m:r>
                      </m:e>
                      <m:sup>
                        <m:r>
                          <a:rPr lang="en-US" sz="800" b="0" i="1" smtClean="0">
                            <a:solidFill>
                              <a:srgbClr val="FF0000"/>
                            </a:solidFill>
                            <a:latin typeface="Cambria Math" panose="02040503050406030204" pitchFamily="18" charset="0"/>
                            <a:cs typeface="Arial" panose="020B0604020202020204" pitchFamily="34" charset="0"/>
                          </a:rPr>
                          <m:t>𝑠</m:t>
                        </m:r>
                      </m:sup>
                    </m:sSup>
                  </m:oMath>
                </a14:m>
                <a:r>
                  <a:rPr lang="en-US" sz="800" dirty="0">
                    <a:solidFill>
                      <a:srgbClr val="FF0000"/>
                    </a:solidFill>
                    <a:latin typeface="Arial" panose="020B0604020202020204" pitchFamily="34" charset="0"/>
                    <a:cs typeface="Arial" panose="020B0604020202020204" pitchFamily="34" charset="0"/>
                  </a:rPr>
                  <a:t> would not be needed (or in other words, it would be represented by </a:t>
                </a:r>
                <a14:m>
                  <m:oMath xmlns:m="http://schemas.openxmlformats.org/officeDocument/2006/math">
                    <m:sSub>
                      <m:sSubPr>
                        <m:ctrlPr>
                          <a:rPr lang="en-US" sz="800" b="0" i="1" smtClean="0">
                            <a:solidFill>
                              <a:srgbClr val="FF0000"/>
                            </a:solidFill>
                            <a:latin typeface="Cambria Math" panose="02040503050406030204" pitchFamily="18" charset="0"/>
                            <a:cs typeface="Arial" panose="020B0604020202020204" pitchFamily="34" charset="0"/>
                          </a:rPr>
                        </m:ctrlPr>
                      </m:sSubPr>
                      <m:e>
                        <m:r>
                          <a:rPr lang="en-US" sz="800" b="0" i="1" smtClean="0">
                            <a:solidFill>
                              <a:srgbClr val="FF0000"/>
                            </a:solidFill>
                            <a:latin typeface="Cambria Math" panose="02040503050406030204" pitchFamily="18" charset="0"/>
                            <a:cs typeface="Arial" panose="020B0604020202020204" pitchFamily="34" charset="0"/>
                          </a:rPr>
                          <m:t>𝜔</m:t>
                        </m:r>
                      </m:e>
                      <m:sub>
                        <m:r>
                          <a:rPr lang="en-US" sz="800" b="0" i="1" smtClean="0">
                            <a:solidFill>
                              <a:srgbClr val="FF0000"/>
                            </a:solidFill>
                            <a:latin typeface="Cambria Math" panose="02040503050406030204" pitchFamily="18" charset="0"/>
                            <a:cs typeface="Arial" panose="020B0604020202020204" pitchFamily="34" charset="0"/>
                          </a:rPr>
                          <m:t>1</m:t>
                        </m:r>
                      </m:sub>
                    </m:sSub>
                  </m:oMath>
                </a14:m>
                <a:r>
                  <a:rPr lang="en-US" sz="800" dirty="0">
                    <a:solidFill>
                      <a:srgbClr val="FF0000"/>
                    </a:solidFill>
                    <a:latin typeface="Arial" panose="020B0604020202020204" pitchFamily="34" charset="0"/>
                    <a:cs typeface="Arial" panose="020B0604020202020204" pitchFamily="34" charset="0"/>
                  </a:rPr>
                  <a:t>). The main benefit is that you could refer to shortfall (i.e., number of humans that can not be resettled) and not to shortfall cost (a monetary amount that is more abstract). On the downside, you could no longer refer to expected total cost (and similar). However, from a practical point of view, I do not recommend that you implement this modification (at least yet, especially since Ahti is already “invested” in the current approach).</a:t>
                </a:r>
              </a:p>
              <a:p>
                <a:endParaRPr lang="en-US" sz="800" dirty="0">
                  <a:solidFill>
                    <a:srgbClr val="FF0000"/>
                  </a:solidFill>
                  <a:latin typeface="Arial" panose="020B0604020202020204" pitchFamily="34" charset="0"/>
                  <a:cs typeface="Arial" panose="020B0604020202020204" pitchFamily="34" charset="0"/>
                </a:endParaRPr>
              </a:p>
              <a:p>
                <a:endParaRPr lang="en-US" sz="800" dirty="0">
                  <a:solidFill>
                    <a:srgbClr val="FF0000"/>
                  </a:solidFill>
                  <a:latin typeface="Arial" panose="020B0604020202020204" pitchFamily="34" charset="0"/>
                  <a:cs typeface="Arial" panose="020B0604020202020204" pitchFamily="34" charset="0"/>
                </a:endParaRPr>
              </a:p>
              <a:p>
                <a:r>
                  <a:rPr lang="en-US" sz="800" dirty="0">
                    <a:solidFill>
                      <a:srgbClr val="FF0000"/>
                    </a:solidFill>
                    <a:latin typeface="Arial" panose="020B0604020202020204" pitchFamily="34" charset="0"/>
                    <a:cs typeface="Arial" panose="020B0604020202020204" pitchFamily="34" charset="0"/>
                  </a:rPr>
                  <a:t>Thus, I would simplify as follows:</a:t>
                </a:r>
              </a:p>
              <a:p>
                <a:pPr marL="171450" indent="-171450">
                  <a:buFontTx/>
                  <a:buChar char="-"/>
                </a:pPr>
                <a:r>
                  <a:rPr lang="en-US" sz="800" dirty="0">
                    <a:solidFill>
                      <a:srgbClr val="FF0000"/>
                    </a:solidFill>
                    <a:latin typeface="Arial" panose="020B0604020202020204" pitchFamily="34" charset="0"/>
                    <a:cs typeface="Arial" panose="020B0604020202020204" pitchFamily="34" charset="0"/>
                  </a:rPr>
                  <a:t>Directly optimize </a:t>
                </a:r>
                <a14:m>
                  <m:oMath xmlns:m="http://schemas.openxmlformats.org/officeDocument/2006/math">
                    <m:sSub>
                      <m:sSubPr>
                        <m:ctrlPr>
                          <a:rPr lang="en-US" sz="800" i="1">
                            <a:solidFill>
                              <a:srgbClr val="FF0000"/>
                            </a:solidFill>
                            <a:latin typeface="Cambria Math" panose="02040503050406030204" pitchFamily="18" charset="0"/>
                            <a:cs typeface="Arial" panose="020B0604020202020204" pitchFamily="34" charset="0"/>
                          </a:rPr>
                        </m:ctrlPr>
                      </m:sSubPr>
                      <m:e>
                        <m:r>
                          <a:rPr lang="en-US" sz="800" i="1">
                            <a:solidFill>
                              <a:srgbClr val="FF0000"/>
                            </a:solidFill>
                            <a:latin typeface="Cambria Math" panose="02040503050406030204" pitchFamily="18" charset="0"/>
                            <a:cs typeface="Arial" panose="020B0604020202020204" pitchFamily="34" charset="0"/>
                          </a:rPr>
                          <m:t>𝑠</m:t>
                        </m:r>
                      </m:e>
                      <m:sub>
                        <m:r>
                          <a:rPr lang="en-US" sz="800" i="1">
                            <a:solidFill>
                              <a:srgbClr val="FF0000"/>
                            </a:solidFill>
                            <a:latin typeface="Cambria Math" panose="02040503050406030204" pitchFamily="18" charset="0"/>
                            <a:cs typeface="Arial" panose="020B0604020202020204" pitchFamily="34" charset="0"/>
                          </a:rPr>
                          <m:t>𝑡</m:t>
                        </m:r>
                        <m:r>
                          <a:rPr lang="en-US" sz="800" i="1">
                            <a:solidFill>
                              <a:srgbClr val="FF0000"/>
                            </a:solidFill>
                            <a:latin typeface="Cambria Math" panose="02040503050406030204" pitchFamily="18" charset="0"/>
                            <a:cs typeface="Arial" panose="020B0604020202020204" pitchFamily="34" charset="0"/>
                          </a:rPr>
                          <m:t>,</m:t>
                        </m:r>
                        <m:r>
                          <a:rPr lang="en-US" sz="800" i="1">
                            <a:solidFill>
                              <a:srgbClr val="FF0000"/>
                            </a:solidFill>
                            <a:latin typeface="Cambria Math" panose="02040503050406030204" pitchFamily="18" charset="0"/>
                            <a:cs typeface="Arial" panose="020B0604020202020204" pitchFamily="34" charset="0"/>
                          </a:rPr>
                          <m:t>𝑘</m:t>
                        </m:r>
                      </m:sub>
                    </m:sSub>
                  </m:oMath>
                </a14:m>
                <a:r>
                  <a:rPr lang="en-US" sz="800" dirty="0">
                    <a:solidFill>
                      <a:srgbClr val="FF0000"/>
                    </a:solidFill>
                    <a:latin typeface="Arial" panose="020B0604020202020204" pitchFamily="34" charset="0"/>
                    <a:cs typeface="Arial" panose="020B0604020202020204" pitchFamily="34" charset="0"/>
                  </a:rPr>
                  <a:t> </a:t>
                </a:r>
              </a:p>
              <a:p>
                <a:pPr marL="171450" indent="-171450">
                  <a:buFontTx/>
                  <a:buChar char="-"/>
                </a:pPr>
                <a:r>
                  <a:rPr lang="en-US" sz="800" dirty="0">
                    <a:solidFill>
                      <a:srgbClr val="FF0000"/>
                    </a:solidFill>
                    <a:latin typeface="Arial" panose="020B0604020202020204" pitchFamily="34" charset="0"/>
                    <a:cs typeface="Arial" panose="020B0604020202020204" pitchFamily="34" charset="0"/>
                  </a:rPr>
                  <a:t>Minimize forecasted shortfall</a:t>
                </a:r>
              </a:p>
              <a:p>
                <a:pPr marL="171450" indent="-171450">
                  <a:buFontTx/>
                  <a:buChar char="-"/>
                </a:pPr>
                <a:r>
                  <a:rPr lang="en-US" sz="800" dirty="0">
                    <a:solidFill>
                      <a:srgbClr val="FF0000"/>
                    </a:solidFill>
                    <a:latin typeface="Arial" panose="020B0604020202020204" pitchFamily="34" charset="0"/>
                    <a:cs typeface="Arial" panose="020B0604020202020204" pitchFamily="34" charset="0"/>
                  </a:rPr>
                  <a:t>Report results with regards to actual shortfall (and compare to forecasted shortfall?)</a:t>
                </a:r>
              </a:p>
              <a:p>
                <a:endParaRPr lang="en-US" sz="800" dirty="0">
                  <a:solidFill>
                    <a:srgbClr val="FF0000"/>
                  </a:solidFill>
                  <a:latin typeface="Arial" panose="020B0604020202020204" pitchFamily="34" charset="0"/>
                  <a:cs typeface="Arial" panose="020B0604020202020204" pitchFamily="34" charset="0"/>
                </a:endParaRPr>
              </a:p>
              <a:p>
                <a:endParaRPr lang="en-US" sz="800" dirty="0">
                  <a:solidFill>
                    <a:srgbClr val="FF0000"/>
                  </a:solidFill>
                  <a:latin typeface="Arial" panose="020B0604020202020204" pitchFamily="34" charset="0"/>
                  <a:cs typeface="Arial" panose="020B0604020202020204" pitchFamily="34" charset="0"/>
                </a:endParaRPr>
              </a:p>
              <a:p>
                <a:r>
                  <a:rPr lang="en-US" sz="800" dirty="0">
                    <a:solidFill>
                      <a:srgbClr val="FF0000"/>
                    </a:solidFill>
                    <a:latin typeface="Arial" panose="020B0604020202020204" pitchFamily="34" charset="0"/>
                    <a:cs typeface="Arial" panose="020B0604020202020204" pitchFamily="34" charset="0"/>
                  </a:rPr>
                  <a:t>NOTE: Think about this yourself…</a:t>
                </a:r>
              </a:p>
              <a:p>
                <a:endParaRPr lang="en-US" sz="800" dirty="0">
                  <a:solidFill>
                    <a:srgbClr val="FF0000"/>
                  </a:solidFill>
                  <a:latin typeface="Arial" panose="020B0604020202020204" pitchFamily="34" charset="0"/>
                  <a:cs typeface="Arial" panose="020B0604020202020204" pitchFamily="34" charset="0"/>
                </a:endParaRPr>
              </a:p>
            </p:txBody>
          </p:sp>
        </mc:Choice>
        <mc:Fallback>
          <p:sp>
            <p:nvSpPr>
              <p:cNvPr id="24" name="TextBox 23">
                <a:extLst>
                  <a:ext uri="{FF2B5EF4-FFF2-40B4-BE49-F238E27FC236}">
                    <a16:creationId xmlns:a16="http://schemas.microsoft.com/office/drawing/2014/main" id="{4697DD87-F534-16B5-5EFB-E59533BD90F6}"/>
                  </a:ext>
                </a:extLst>
              </p:cNvPr>
              <p:cNvSpPr txBox="1">
                <a:spLocks noRot="1" noChangeAspect="1" noMove="1" noResize="1" noEditPoints="1" noAdjustHandles="1" noChangeArrowheads="1" noChangeShapeType="1" noTextEdit="1"/>
              </p:cNvSpPr>
              <p:nvPr/>
            </p:nvSpPr>
            <p:spPr>
              <a:xfrm>
                <a:off x="6312617" y="137483"/>
                <a:ext cx="2520280" cy="6509026"/>
              </a:xfrm>
              <a:prstGeom prst="rect">
                <a:avLst/>
              </a:prstGeom>
              <a:blipFill>
                <a:blip r:embed="rId7"/>
                <a:stretch>
                  <a:fillRect/>
                </a:stretch>
              </a:blipFill>
            </p:spPr>
            <p:txBody>
              <a:bodyPr/>
              <a:lstStyle/>
              <a:p>
                <a:r>
                  <a:rPr lang="en-FI">
                    <a:noFill/>
                  </a:rPr>
                  <a:t> </a:t>
                </a:r>
              </a:p>
            </p:txBody>
          </p:sp>
        </mc:Fallback>
      </mc:AlternateContent>
      <mc:AlternateContent xmlns:mc="http://schemas.openxmlformats.org/markup-compatibility/2006">
        <mc:Choice xmlns:a14="http://schemas.microsoft.com/office/drawing/2010/main" Requires="a14">
          <p:sp>
            <p:nvSpPr>
              <p:cNvPr id="25" name="TextBox 24">
                <a:extLst>
                  <a:ext uri="{FF2B5EF4-FFF2-40B4-BE49-F238E27FC236}">
                    <a16:creationId xmlns:a16="http://schemas.microsoft.com/office/drawing/2014/main" id="{C69F8F98-85A9-8F61-DAFB-94F64FA4C261}"/>
                  </a:ext>
                </a:extLst>
              </p:cNvPr>
              <p:cNvSpPr txBox="1"/>
              <p:nvPr/>
            </p:nvSpPr>
            <p:spPr>
              <a:xfrm>
                <a:off x="179512" y="137483"/>
                <a:ext cx="2520280" cy="1832425"/>
              </a:xfrm>
              <a:prstGeom prst="rect">
                <a:avLst/>
              </a:prstGeom>
              <a:noFill/>
            </p:spPr>
            <p:txBody>
              <a:bodyPr wrap="square" rtlCol="0">
                <a:spAutoFit/>
              </a:bodyPr>
              <a:lstStyle/>
              <a:p>
                <a:pPr marL="171450" indent="-171450">
                  <a:buFontTx/>
                  <a:buChar char="-"/>
                </a:pPr>
                <a:endParaRPr lang="en-US" sz="800" dirty="0">
                  <a:solidFill>
                    <a:srgbClr val="FF0000"/>
                  </a:solidFill>
                  <a:latin typeface="Arial" panose="020B0604020202020204" pitchFamily="34" charset="0"/>
                  <a:cs typeface="Arial" panose="020B0604020202020204" pitchFamily="34" charset="0"/>
                </a:endParaRPr>
              </a:p>
              <a:p>
                <a:endParaRPr lang="en-US" sz="800" dirty="0">
                  <a:solidFill>
                    <a:srgbClr val="FF0000"/>
                  </a:solidFill>
                  <a:latin typeface="Arial" panose="020B0604020202020204" pitchFamily="34" charset="0"/>
                  <a:cs typeface="Arial" panose="020B0604020202020204" pitchFamily="34" charset="0"/>
                </a:endParaRPr>
              </a:p>
              <a:p>
                <a:r>
                  <a:rPr lang="en-US" sz="800" dirty="0">
                    <a:solidFill>
                      <a:srgbClr val="FF0000"/>
                    </a:solidFill>
                    <a:latin typeface="Arial" panose="020B0604020202020204" pitchFamily="34" charset="0"/>
                    <a:cs typeface="Arial" panose="020B0604020202020204" pitchFamily="34" charset="0"/>
                  </a:rPr>
                  <a:t>On an additional note, I find the notation </a:t>
                </a:r>
                <a14:m>
                  <m:oMath xmlns:m="http://schemas.openxmlformats.org/officeDocument/2006/math">
                    <m:sSub>
                      <m:sSubPr>
                        <m:ctrlPr>
                          <a:rPr lang="en-US" sz="800" i="1">
                            <a:solidFill>
                              <a:srgbClr val="FF0000"/>
                            </a:solidFill>
                            <a:latin typeface="Cambria Math" panose="02040503050406030204" pitchFamily="18" charset="0"/>
                            <a:cs typeface="Arial" panose="020B0604020202020204" pitchFamily="34" charset="0"/>
                          </a:rPr>
                        </m:ctrlPr>
                      </m:sSubPr>
                      <m:e>
                        <m:r>
                          <a:rPr lang="en-US" sz="800" i="1">
                            <a:solidFill>
                              <a:srgbClr val="FF0000"/>
                            </a:solidFill>
                            <a:latin typeface="Cambria Math" panose="02040503050406030204" pitchFamily="18" charset="0"/>
                            <a:cs typeface="Arial" panose="020B0604020202020204" pitchFamily="34" charset="0"/>
                          </a:rPr>
                          <m:t>𝑠</m:t>
                        </m:r>
                      </m:e>
                      <m:sub>
                        <m:r>
                          <a:rPr lang="en-US" sz="800" i="1">
                            <a:solidFill>
                              <a:srgbClr val="FF0000"/>
                            </a:solidFill>
                            <a:latin typeface="Cambria Math" panose="02040503050406030204" pitchFamily="18" charset="0"/>
                            <a:cs typeface="Arial" panose="020B0604020202020204" pitchFamily="34" charset="0"/>
                          </a:rPr>
                          <m:t>𝑡</m:t>
                        </m:r>
                        <m:r>
                          <a:rPr lang="en-US" sz="800" i="1">
                            <a:solidFill>
                              <a:srgbClr val="FF0000"/>
                            </a:solidFill>
                            <a:latin typeface="Cambria Math" panose="02040503050406030204" pitchFamily="18" charset="0"/>
                            <a:cs typeface="Arial" panose="020B0604020202020204" pitchFamily="34" charset="0"/>
                          </a:rPr>
                          <m:t>,</m:t>
                        </m:r>
                        <m:r>
                          <a:rPr lang="en-US" sz="800" i="1">
                            <a:solidFill>
                              <a:srgbClr val="FF0000"/>
                            </a:solidFill>
                            <a:latin typeface="Cambria Math" panose="02040503050406030204" pitchFamily="18" charset="0"/>
                            <a:cs typeface="Arial" panose="020B0604020202020204" pitchFamily="34" charset="0"/>
                          </a:rPr>
                          <m:t>𝑘</m:t>
                        </m:r>
                      </m:sub>
                    </m:sSub>
                  </m:oMath>
                </a14:m>
                <a:r>
                  <a:rPr lang="en-US" sz="800" dirty="0">
                    <a:solidFill>
                      <a:srgbClr val="FF0000"/>
                    </a:solidFill>
                    <a:latin typeface="Arial" panose="020B0604020202020204" pitchFamily="34" charset="0"/>
                    <a:cs typeface="Arial" panose="020B0604020202020204" pitchFamily="34" charset="0"/>
                  </a:rPr>
                  <a:t> investment in period </a:t>
                </a:r>
                <a14:m>
                  <m:oMath xmlns:m="http://schemas.openxmlformats.org/officeDocument/2006/math">
                    <m:r>
                      <a:rPr lang="en-US" sz="800" i="1" smtClean="0">
                        <a:solidFill>
                          <a:srgbClr val="FF0000"/>
                        </a:solidFill>
                        <a:latin typeface="Cambria Math" panose="02040503050406030204" pitchFamily="18" charset="0"/>
                        <a:cs typeface="Arial" panose="020B0604020202020204" pitchFamily="34" charset="0"/>
                      </a:rPr>
                      <m:t>𝑡</m:t>
                    </m:r>
                  </m:oMath>
                </a14:m>
                <a:r>
                  <a:rPr lang="en-US" sz="800" dirty="0">
                    <a:solidFill>
                      <a:srgbClr val="FF0000"/>
                    </a:solidFill>
                    <a:latin typeface="Arial" panose="020B0604020202020204" pitchFamily="34" charset="0"/>
                    <a:cs typeface="Arial" panose="020B0604020202020204" pitchFamily="34" charset="0"/>
                  </a:rPr>
                  <a:t> to </a:t>
                </a:r>
                <a14:m>
                  <m:oMath xmlns:m="http://schemas.openxmlformats.org/officeDocument/2006/math">
                    <m:r>
                      <a:rPr lang="en-US" sz="800" i="1">
                        <a:solidFill>
                          <a:srgbClr val="FF0000"/>
                        </a:solidFill>
                        <a:latin typeface="Cambria Math" panose="02040503050406030204" pitchFamily="18" charset="0"/>
                        <a:cs typeface="Arial" panose="020B0604020202020204" pitchFamily="34" charset="0"/>
                      </a:rPr>
                      <m:t>𝑡</m:t>
                    </m:r>
                    <m:r>
                      <a:rPr lang="en-US" sz="800" b="0" i="1" smtClean="0">
                        <a:solidFill>
                          <a:srgbClr val="FF0000"/>
                        </a:solidFill>
                        <a:latin typeface="Cambria Math" panose="02040503050406030204" pitchFamily="18" charset="0"/>
                        <a:cs typeface="Arial" panose="020B0604020202020204" pitchFamily="34" charset="0"/>
                      </a:rPr>
                      <m:t>+</m:t>
                    </m:r>
                    <m:r>
                      <a:rPr lang="en-US" sz="800" b="0" i="1" smtClean="0">
                        <a:solidFill>
                          <a:srgbClr val="FF0000"/>
                        </a:solidFill>
                        <a:latin typeface="Cambria Math" panose="02040503050406030204" pitchFamily="18" charset="0"/>
                        <a:cs typeface="Arial" panose="020B0604020202020204" pitchFamily="34" charset="0"/>
                      </a:rPr>
                      <m:t>𝑘</m:t>
                    </m:r>
                  </m:oMath>
                </a14:m>
                <a:r>
                  <a:rPr lang="en-US" sz="800" dirty="0">
                    <a:solidFill>
                      <a:srgbClr val="FF0000"/>
                    </a:solidFill>
                    <a:latin typeface="Arial" panose="020B0604020202020204" pitchFamily="34" charset="0"/>
                    <a:cs typeface="Arial" panose="020B0604020202020204" pitchFamily="34" charset="0"/>
                  </a:rPr>
                  <a:t> be mentally laborious. I would change the notation so that </a:t>
                </a:r>
                <a14:m>
                  <m:oMath xmlns:m="http://schemas.openxmlformats.org/officeDocument/2006/math">
                    <m:sSub>
                      <m:sSubPr>
                        <m:ctrlPr>
                          <a:rPr lang="en-US" sz="800" b="0" i="1" smtClean="0">
                            <a:solidFill>
                              <a:srgbClr val="FF0000"/>
                            </a:solidFill>
                            <a:latin typeface="Cambria Math" panose="02040503050406030204" pitchFamily="18" charset="0"/>
                            <a:cs typeface="Arial" panose="020B0604020202020204" pitchFamily="34" charset="0"/>
                          </a:rPr>
                        </m:ctrlPr>
                      </m:sSubPr>
                      <m:e>
                        <m:r>
                          <a:rPr lang="en-US" sz="800" b="0" i="1" smtClean="0">
                            <a:solidFill>
                              <a:srgbClr val="FF0000"/>
                            </a:solidFill>
                            <a:latin typeface="Cambria Math" panose="02040503050406030204" pitchFamily="18" charset="0"/>
                            <a:cs typeface="Arial" panose="020B0604020202020204" pitchFamily="34" charset="0"/>
                          </a:rPr>
                          <m:t>𝑠</m:t>
                        </m:r>
                      </m:e>
                      <m:sub>
                        <m:r>
                          <a:rPr lang="en-US" sz="800" b="0" i="1" smtClean="0">
                            <a:solidFill>
                              <a:srgbClr val="FF0000"/>
                            </a:solidFill>
                            <a:latin typeface="Cambria Math" panose="02040503050406030204" pitchFamily="18" charset="0"/>
                            <a:cs typeface="Arial" panose="020B0604020202020204" pitchFamily="34" charset="0"/>
                          </a:rPr>
                          <m:t>𝑡</m:t>
                        </m:r>
                        <m:r>
                          <a:rPr lang="en-US" sz="800" b="0" i="1" smtClean="0">
                            <a:solidFill>
                              <a:srgbClr val="FF0000"/>
                            </a:solidFill>
                            <a:latin typeface="Cambria Math" panose="02040503050406030204" pitchFamily="18" charset="0"/>
                            <a:cs typeface="Arial" panose="020B0604020202020204" pitchFamily="34" charset="0"/>
                          </a:rPr>
                          <m:t>,</m:t>
                        </m:r>
                        <m:r>
                          <a:rPr lang="en-US" sz="800" b="0" i="1" smtClean="0">
                            <a:solidFill>
                              <a:srgbClr val="FF0000"/>
                            </a:solidFill>
                            <a:latin typeface="Cambria Math" panose="02040503050406030204" pitchFamily="18" charset="0"/>
                            <a:cs typeface="Arial" panose="020B0604020202020204" pitchFamily="34" charset="0"/>
                          </a:rPr>
                          <m:t>𝑘</m:t>
                        </m:r>
                      </m:sub>
                    </m:sSub>
                  </m:oMath>
                </a14:m>
                <a:r>
                  <a:rPr lang="en-US" sz="800" dirty="0">
                    <a:solidFill>
                      <a:srgbClr val="FF0000"/>
                    </a:solidFill>
                    <a:latin typeface="Arial" panose="020B0604020202020204" pitchFamily="34" charset="0"/>
                    <a:cs typeface="Arial" panose="020B0604020202020204" pitchFamily="34" charset="0"/>
                  </a:rPr>
                  <a:t> refers to the investment in period </a:t>
                </a:r>
                <a14:m>
                  <m:oMath xmlns:m="http://schemas.openxmlformats.org/officeDocument/2006/math">
                    <m:r>
                      <a:rPr lang="en-US" sz="800" i="1">
                        <a:solidFill>
                          <a:srgbClr val="FF0000"/>
                        </a:solidFill>
                        <a:latin typeface="Cambria Math" panose="02040503050406030204" pitchFamily="18" charset="0"/>
                        <a:cs typeface="Arial" panose="020B0604020202020204" pitchFamily="34" charset="0"/>
                      </a:rPr>
                      <m:t>𝑡</m:t>
                    </m:r>
                  </m:oMath>
                </a14:m>
                <a:r>
                  <a:rPr lang="en-US" sz="800" dirty="0">
                    <a:solidFill>
                      <a:srgbClr val="FF0000"/>
                    </a:solidFill>
                    <a:latin typeface="Arial" panose="020B0604020202020204" pitchFamily="34" charset="0"/>
                    <a:cs typeface="Arial" panose="020B0604020202020204" pitchFamily="34" charset="0"/>
                  </a:rPr>
                  <a:t> to period </a:t>
                </a:r>
                <a14:m>
                  <m:oMath xmlns:m="http://schemas.openxmlformats.org/officeDocument/2006/math">
                    <m:r>
                      <a:rPr lang="en-US" sz="800" b="0" i="1" smtClean="0">
                        <a:solidFill>
                          <a:srgbClr val="FF0000"/>
                        </a:solidFill>
                        <a:latin typeface="Cambria Math" panose="02040503050406030204" pitchFamily="18" charset="0"/>
                        <a:cs typeface="Arial" panose="020B0604020202020204" pitchFamily="34" charset="0"/>
                      </a:rPr>
                      <m:t>𝑘</m:t>
                    </m:r>
                  </m:oMath>
                </a14:m>
                <a:r>
                  <a:rPr lang="en-US" sz="800" dirty="0">
                    <a:solidFill>
                      <a:srgbClr val="FF0000"/>
                    </a:solidFill>
                    <a:latin typeface="Arial" panose="020B0604020202020204" pitchFamily="34" charset="0"/>
                    <a:cs typeface="Arial" panose="020B0604020202020204" pitchFamily="34" charset="0"/>
                  </a:rPr>
                  <a:t> (obviously </a:t>
                </a:r>
                <a14:m>
                  <m:oMath xmlns:m="http://schemas.openxmlformats.org/officeDocument/2006/math">
                    <m:sSub>
                      <m:sSubPr>
                        <m:ctrlPr>
                          <a:rPr lang="en-US" sz="800" b="0" i="1" smtClean="0">
                            <a:solidFill>
                              <a:srgbClr val="FF0000"/>
                            </a:solidFill>
                            <a:latin typeface="Cambria Math" panose="02040503050406030204" pitchFamily="18" charset="0"/>
                            <a:cs typeface="Arial" panose="020B0604020202020204" pitchFamily="34" charset="0"/>
                          </a:rPr>
                        </m:ctrlPr>
                      </m:sSubPr>
                      <m:e>
                        <m:r>
                          <a:rPr lang="en-US" sz="800" b="0" i="1" smtClean="0">
                            <a:solidFill>
                              <a:srgbClr val="FF0000"/>
                            </a:solidFill>
                            <a:latin typeface="Cambria Math" panose="02040503050406030204" pitchFamily="18" charset="0"/>
                            <a:cs typeface="Arial" panose="020B0604020202020204" pitchFamily="34" charset="0"/>
                          </a:rPr>
                          <m:t>𝑠</m:t>
                        </m:r>
                      </m:e>
                      <m:sub>
                        <m:r>
                          <a:rPr lang="en-US" sz="800" b="0" i="1" smtClean="0">
                            <a:solidFill>
                              <a:srgbClr val="FF0000"/>
                            </a:solidFill>
                            <a:latin typeface="Cambria Math" panose="02040503050406030204" pitchFamily="18" charset="0"/>
                            <a:cs typeface="Arial" panose="020B0604020202020204" pitchFamily="34" charset="0"/>
                          </a:rPr>
                          <m:t>𝑡</m:t>
                        </m:r>
                        <m:r>
                          <a:rPr lang="en-US" sz="800" b="0" i="1" smtClean="0">
                            <a:solidFill>
                              <a:srgbClr val="FF0000"/>
                            </a:solidFill>
                            <a:latin typeface="Cambria Math" panose="02040503050406030204" pitchFamily="18" charset="0"/>
                            <a:cs typeface="Arial" panose="020B0604020202020204" pitchFamily="34" charset="0"/>
                          </a:rPr>
                          <m:t>,</m:t>
                        </m:r>
                        <m:r>
                          <a:rPr lang="en-US" sz="800" b="0" i="1" smtClean="0">
                            <a:solidFill>
                              <a:srgbClr val="FF0000"/>
                            </a:solidFill>
                            <a:latin typeface="Cambria Math" panose="02040503050406030204" pitchFamily="18" charset="0"/>
                            <a:cs typeface="Arial" panose="020B0604020202020204" pitchFamily="34" charset="0"/>
                          </a:rPr>
                          <m:t>𝑘</m:t>
                        </m:r>
                      </m:sub>
                    </m:sSub>
                    <m:r>
                      <a:rPr lang="en-US" sz="800" b="0" i="1" smtClean="0">
                        <a:solidFill>
                          <a:srgbClr val="FF0000"/>
                        </a:solidFill>
                        <a:latin typeface="Cambria Math" panose="02040503050406030204" pitchFamily="18" charset="0"/>
                        <a:cs typeface="Arial" panose="020B0604020202020204" pitchFamily="34" charset="0"/>
                      </a:rPr>
                      <m:t>=0</m:t>
                    </m:r>
                  </m:oMath>
                </a14:m>
                <a:r>
                  <a:rPr lang="en-US" sz="800" dirty="0">
                    <a:solidFill>
                      <a:srgbClr val="FF0000"/>
                    </a:solidFill>
                    <a:latin typeface="Arial" panose="020B0604020202020204" pitchFamily="34" charset="0"/>
                    <a:cs typeface="Arial" panose="020B0604020202020204" pitchFamily="34" charset="0"/>
                  </a:rPr>
                  <a:t> if </a:t>
                </a:r>
                <a14:m>
                  <m:oMath xmlns:m="http://schemas.openxmlformats.org/officeDocument/2006/math">
                    <m:r>
                      <a:rPr lang="en-US" sz="800" b="0" i="1" smtClean="0">
                        <a:solidFill>
                          <a:srgbClr val="FF0000"/>
                        </a:solidFill>
                        <a:latin typeface="Cambria Math" panose="02040503050406030204" pitchFamily="18" charset="0"/>
                        <a:cs typeface="Arial" panose="020B0604020202020204" pitchFamily="34" charset="0"/>
                      </a:rPr>
                      <m:t>𝑘</m:t>
                    </m:r>
                    <m:r>
                      <a:rPr lang="en-US" sz="800" b="0" i="1" smtClean="0">
                        <a:solidFill>
                          <a:srgbClr val="FF0000"/>
                        </a:solidFill>
                        <a:latin typeface="Cambria Math" panose="02040503050406030204" pitchFamily="18" charset="0"/>
                        <a:cs typeface="Arial" panose="020B0604020202020204" pitchFamily="34" charset="0"/>
                      </a:rPr>
                      <m:t>&lt;</m:t>
                    </m:r>
                    <m:r>
                      <a:rPr lang="en-US" sz="800" b="0" i="1" smtClean="0">
                        <a:solidFill>
                          <a:srgbClr val="FF0000"/>
                        </a:solidFill>
                        <a:latin typeface="Cambria Math" panose="02040503050406030204" pitchFamily="18" charset="0"/>
                        <a:cs typeface="Arial" panose="020B0604020202020204" pitchFamily="34" charset="0"/>
                      </a:rPr>
                      <m:t>𝑡</m:t>
                    </m:r>
                  </m:oMath>
                </a14:m>
                <a:r>
                  <a:rPr lang="en-US" sz="800" dirty="0">
                    <a:solidFill>
                      <a:srgbClr val="FF0000"/>
                    </a:solidFill>
                    <a:latin typeface="Arial" panose="020B0604020202020204" pitchFamily="34" charset="0"/>
                    <a:cs typeface="Arial" panose="020B0604020202020204" pitchFamily="34" charset="0"/>
                  </a:rPr>
                  <a:t>). However, in principle, these are equivalent notations. From a practical point of view, I recommend not to change this (at least yet), because Ahti is “invested” in the model.</a:t>
                </a:r>
              </a:p>
              <a:p>
                <a:endParaRPr lang="en-US" sz="800" dirty="0">
                  <a:solidFill>
                    <a:srgbClr val="FF0000"/>
                  </a:solidFill>
                  <a:latin typeface="Arial" panose="020B0604020202020204" pitchFamily="34" charset="0"/>
                  <a:cs typeface="Arial" panose="020B0604020202020204" pitchFamily="34" charset="0"/>
                </a:endParaRPr>
              </a:p>
              <a:p>
                <a:endParaRPr lang="en-US" sz="800" dirty="0">
                  <a:solidFill>
                    <a:srgbClr val="FF0000"/>
                  </a:solidFill>
                  <a:latin typeface="Arial" panose="020B0604020202020204" pitchFamily="34" charset="0"/>
                  <a:cs typeface="Arial" panose="020B0604020202020204" pitchFamily="34" charset="0"/>
                </a:endParaRPr>
              </a:p>
              <a:p>
                <a:r>
                  <a:rPr lang="en-US" sz="800" dirty="0">
                    <a:solidFill>
                      <a:srgbClr val="FF0000"/>
                    </a:solidFill>
                    <a:latin typeface="Arial" panose="020B0604020202020204" pitchFamily="34" charset="0"/>
                    <a:cs typeface="Arial" panose="020B0604020202020204" pitchFamily="34" charset="0"/>
                  </a:rPr>
                  <a:t>NOTE: Think about this yourself…</a:t>
                </a:r>
              </a:p>
              <a:p>
                <a:endParaRPr lang="en-US" sz="800" dirty="0">
                  <a:solidFill>
                    <a:srgbClr val="FF0000"/>
                  </a:solidFill>
                  <a:latin typeface="Arial" panose="020B0604020202020204" pitchFamily="34" charset="0"/>
                  <a:cs typeface="Arial" panose="020B0604020202020204" pitchFamily="34" charset="0"/>
                </a:endParaRPr>
              </a:p>
            </p:txBody>
          </p:sp>
        </mc:Choice>
        <mc:Fallback>
          <p:sp>
            <p:nvSpPr>
              <p:cNvPr id="25" name="TextBox 24">
                <a:extLst>
                  <a:ext uri="{FF2B5EF4-FFF2-40B4-BE49-F238E27FC236}">
                    <a16:creationId xmlns:a16="http://schemas.microsoft.com/office/drawing/2014/main" id="{C69F8F98-85A9-8F61-DAFB-94F64FA4C261}"/>
                  </a:ext>
                </a:extLst>
              </p:cNvPr>
              <p:cNvSpPr txBox="1">
                <a:spLocks noRot="1" noChangeAspect="1" noMove="1" noResize="1" noEditPoints="1" noAdjustHandles="1" noChangeArrowheads="1" noChangeShapeType="1" noTextEdit="1"/>
              </p:cNvSpPr>
              <p:nvPr/>
            </p:nvSpPr>
            <p:spPr>
              <a:xfrm>
                <a:off x="179512" y="137483"/>
                <a:ext cx="2520280" cy="1832425"/>
              </a:xfrm>
              <a:prstGeom prst="rect">
                <a:avLst/>
              </a:prstGeom>
              <a:blipFill>
                <a:blip r:embed="rId8"/>
                <a:stretch>
                  <a:fillRect/>
                </a:stretch>
              </a:blipFill>
            </p:spPr>
            <p:txBody>
              <a:bodyPr/>
              <a:lstStyle/>
              <a:p>
                <a:r>
                  <a:rPr lang="en-FI">
                    <a:noFill/>
                  </a:rPr>
                  <a:t> </a:t>
                </a:r>
              </a:p>
            </p:txBody>
          </p:sp>
        </mc:Fallback>
      </mc:AlternateContent>
    </p:spTree>
  </p:cSld>
  <p:clrMapOvr>
    <a:masterClrMapping/>
  </p:clrMapOvr>
</p:sld>
</file>

<file path=ppt/theme/theme1.xml><?xml version="1.0" encoding="utf-8"?>
<a:theme xmlns:a="http://schemas.openxmlformats.org/drawingml/2006/main" name="Theme37">
  <a:themeElements>
    <a:clrScheme name="Theme37">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Theme37">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Theme37">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168</TotalTime>
  <Words>903</Words>
  <Application>Microsoft Office PowerPoint</Application>
  <PresentationFormat>On-screen Show (4:3)</PresentationFormat>
  <Paragraphs>83</Paragraphs>
  <Slides>5</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Cambria Math</vt:lpstr>
      <vt:lpstr>Theme37</vt:lpstr>
      <vt:lpstr>PowerPoint Presentation</vt:lpstr>
      <vt:lpstr>PowerPoint Presentation</vt:lpstr>
      <vt:lpstr>PowerPoint Presentation</vt:lpstr>
      <vt:lpstr>PowerPoint Presentation</vt:lpstr>
      <vt:lpstr>PowerPoint Presentation</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Untitled Presentation</dc:title>
  <dc:subject/>
  <dc:creator>Unknown Creator</dc:creator>
  <cp:keywords/>
  <dc:description/>
  <cp:lastModifiedBy>Olander Leevi</cp:lastModifiedBy>
  <cp:revision>4</cp:revision>
  <dcterms:created xsi:type="dcterms:W3CDTF">2026-03-16T12:46:55Z</dcterms:created>
  <dcterms:modified xsi:type="dcterms:W3CDTF">2026-03-16T17:06:52Z</dcterms:modified>
  <cp:category/>
</cp:coreProperties>
</file>